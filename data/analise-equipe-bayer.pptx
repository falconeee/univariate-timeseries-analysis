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355" r:id="rId1"/>
  </p:sldMasterIdLst>
  <p:notesMasterIdLst>
    <p:notesMasterId r:id="rId13"/>
  </p:notesMasterIdLst>
  <p:handoutMasterIdLst>
    <p:handoutMasterId r:id="rId14"/>
  </p:handoutMasterIdLst>
  <p:sldIdLst>
    <p:sldId id="1092" r:id="rId2"/>
    <p:sldId id="1093" r:id="rId3"/>
    <p:sldId id="1094" r:id="rId4"/>
    <p:sldId id="1095" r:id="rId5"/>
    <p:sldId id="1096" r:id="rId6"/>
    <p:sldId id="1097" r:id="rId7"/>
    <p:sldId id="1099" r:id="rId8"/>
    <p:sldId id="1100" r:id="rId9"/>
    <p:sldId id="1112" r:id="rId10"/>
    <p:sldId id="1098" r:id="rId11"/>
    <p:sldId id="1113" r:id="rId12"/>
  </p:sldIdLst>
  <p:sldSz cx="12190413" cy="6858000"/>
  <p:notesSz cx="6888163" cy="10020300"/>
  <p:custDataLst>
    <p:tags r:id="rId15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93">
          <p15:clr>
            <a:srgbClr val="A4A3A4"/>
          </p15:clr>
        </p15:guide>
        <p15:guide id="3" pos="619">
          <p15:clr>
            <a:srgbClr val="A4A3A4"/>
          </p15:clr>
        </p15:guide>
        <p15:guide id="15" orient="horz" pos="2478">
          <p15:clr>
            <a:srgbClr val="A4A3A4"/>
          </p15:clr>
        </p15:guide>
        <p15:guide id="16" orient="horz" pos="2704">
          <p15:clr>
            <a:srgbClr val="A4A3A4"/>
          </p15:clr>
        </p15:guide>
        <p15:guide id="17" orient="horz" pos="4086">
          <p15:clr>
            <a:srgbClr val="A4A3A4"/>
          </p15:clr>
        </p15:guide>
        <p15:guide id="18" orient="horz" pos="2591" userDrawn="1">
          <p15:clr>
            <a:srgbClr val="A4A3A4"/>
          </p15:clr>
        </p15:guide>
        <p15:guide id="19" pos="7422">
          <p15:clr>
            <a:srgbClr val="A4A3A4"/>
          </p15:clr>
        </p15:guide>
        <p15:guide id="20" pos="2149">
          <p15:clr>
            <a:srgbClr val="A4A3A4"/>
          </p15:clr>
        </p15:guide>
        <p15:guide id="21" pos="3908">
          <p15:clr>
            <a:srgbClr val="A4A3A4"/>
          </p15:clr>
        </p15:guide>
        <p15:guide id="22" pos="2376">
          <p15:clr>
            <a:srgbClr val="A4A3A4"/>
          </p15:clr>
        </p15:guide>
        <p15:guide id="23" pos="5666">
          <p15:clr>
            <a:srgbClr val="A4A3A4"/>
          </p15:clr>
        </p15:guide>
        <p15:guide id="24" pos="5894">
          <p15:clr>
            <a:srgbClr val="A4A3A4"/>
          </p15:clr>
        </p15:guide>
        <p15:guide id="25" pos="4134">
          <p15:clr>
            <a:srgbClr val="A4A3A4"/>
          </p15:clr>
        </p15:guide>
        <p15:guide id="26" pos="402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2857">
          <p15:clr>
            <a:srgbClr val="A4A3A4"/>
          </p15:clr>
        </p15:guide>
        <p15:guide id="4" pos="196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162"/>
    <a:srgbClr val="74C713"/>
    <a:srgbClr val="00A5E2"/>
    <a:srgbClr val="E61A5D"/>
    <a:srgbClr val="624963"/>
    <a:srgbClr val="D30F4B"/>
    <a:srgbClr val="0091DF"/>
    <a:srgbClr val="00617F"/>
    <a:srgbClr val="2B6640"/>
    <a:srgbClr val="66B5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F7852C-25D2-4CB4-8817-65A34039574F}" v="183" dt="2025-10-29T16:24:57.8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Estilo Claro 1 - Ênfas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455" autoAdjust="0"/>
  </p:normalViewPr>
  <p:slideViewPr>
    <p:cSldViewPr snapToGrid="0" snapToObjects="1" showGuides="1">
      <p:cViewPr varScale="1">
        <p:scale>
          <a:sx n="111" d="100"/>
          <a:sy n="111" d="100"/>
        </p:scale>
        <p:origin x="594" y="78"/>
      </p:cViewPr>
      <p:guideLst>
        <p:guide orient="horz" pos="1093"/>
        <p:guide pos="619"/>
        <p:guide orient="horz" pos="2478"/>
        <p:guide orient="horz" pos="2704"/>
        <p:guide orient="horz" pos="4086"/>
        <p:guide orient="horz" pos="2591"/>
        <p:guide pos="7422"/>
        <p:guide pos="2149"/>
        <p:guide pos="3908"/>
        <p:guide pos="2376"/>
        <p:guide pos="5666"/>
        <p:guide pos="5894"/>
        <p:guide pos="4134"/>
        <p:guide pos="4022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64266"/>
    </p:cViewPr>
  </p:sorterViewPr>
  <p:notesViewPr>
    <p:cSldViewPr snapToGrid="0" snapToObjects="1">
      <p:cViewPr varScale="1">
        <p:scale>
          <a:sx n="80" d="100"/>
          <a:sy n="80" d="100"/>
        </p:scale>
        <p:origin x="3036" y="84"/>
      </p:cViewPr>
      <p:guideLst>
        <p:guide orient="horz" pos="2880"/>
        <p:guide pos="2160"/>
        <p:guide orient="horz" pos="2857"/>
        <p:guide pos="196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vanna Pitanga" userId="18868b45-25c7-4e3e-bac9-87f0706ec3ac" providerId="ADAL" clId="{013D6E45-4071-4BDF-B2E0-6970383F78AB}"/>
    <pc:docChg chg="undo custSel addSld delSld modSld sldOrd">
      <pc:chgData name="Ivanna Pitanga" userId="18868b45-25c7-4e3e-bac9-87f0706ec3ac" providerId="ADAL" clId="{013D6E45-4071-4BDF-B2E0-6970383F78AB}" dt="2025-10-29T16:24:57.805" v="1220" actId="207"/>
      <pc:docMkLst>
        <pc:docMk/>
      </pc:docMkLst>
      <pc:sldChg chg="modSp mod">
        <pc:chgData name="Ivanna Pitanga" userId="18868b45-25c7-4e3e-bac9-87f0706ec3ac" providerId="ADAL" clId="{013D6E45-4071-4BDF-B2E0-6970383F78AB}" dt="2025-10-27T13:03:15.015" v="26" actId="6549"/>
        <pc:sldMkLst>
          <pc:docMk/>
          <pc:sldMk cId="3758696862" sldId="1091"/>
        </pc:sldMkLst>
        <pc:spChg chg="mod">
          <ac:chgData name="Ivanna Pitanga" userId="18868b45-25c7-4e3e-bac9-87f0706ec3ac" providerId="ADAL" clId="{013D6E45-4071-4BDF-B2E0-6970383F78AB}" dt="2025-10-27T13:03:15.015" v="26" actId="6549"/>
          <ac:spMkLst>
            <pc:docMk/>
            <pc:sldMk cId="3758696862" sldId="1091"/>
            <ac:spMk id="10" creationId="{00000000-0000-0000-0000-000000000000}"/>
          </ac:spMkLst>
        </pc:spChg>
        <pc:spChg chg="mod">
          <ac:chgData name="Ivanna Pitanga" userId="18868b45-25c7-4e3e-bac9-87f0706ec3ac" providerId="ADAL" clId="{013D6E45-4071-4BDF-B2E0-6970383F78AB}" dt="2025-10-27T13:03:10.993" v="24" actId="20577"/>
          <ac:spMkLst>
            <pc:docMk/>
            <pc:sldMk cId="3758696862" sldId="1091"/>
            <ac:spMk id="21" creationId="{13786B0A-7B23-454C-8A3D-4B8D7A5CBCDF}"/>
          </ac:spMkLst>
        </pc:spChg>
      </pc:sldChg>
      <pc:sldChg chg="modSp mod">
        <pc:chgData name="Ivanna Pitanga" userId="18868b45-25c7-4e3e-bac9-87f0706ec3ac" providerId="ADAL" clId="{013D6E45-4071-4BDF-B2E0-6970383F78AB}" dt="2025-10-27T13:03:27.667" v="36" actId="20577"/>
        <pc:sldMkLst>
          <pc:docMk/>
          <pc:sldMk cId="1483732235" sldId="1092"/>
        </pc:sldMkLst>
        <pc:spChg chg="mod">
          <ac:chgData name="Ivanna Pitanga" userId="18868b45-25c7-4e3e-bac9-87f0706ec3ac" providerId="ADAL" clId="{013D6E45-4071-4BDF-B2E0-6970383F78AB}" dt="2025-10-27T13:03:27.667" v="36" actId="20577"/>
          <ac:spMkLst>
            <pc:docMk/>
            <pc:sldMk cId="1483732235" sldId="1092"/>
            <ac:spMk id="20" creationId="{DAB1159A-7EC3-F4C1-741E-90EC9A4E67A6}"/>
          </ac:spMkLst>
        </pc:spChg>
      </pc:sldChg>
      <pc:sldChg chg="addSp delSp modSp add mod ord">
        <pc:chgData name="Ivanna Pitanga" userId="18868b45-25c7-4e3e-bac9-87f0706ec3ac" providerId="ADAL" clId="{013D6E45-4071-4BDF-B2E0-6970383F78AB}" dt="2025-10-29T16:24:57.805" v="1220" actId="207"/>
        <pc:sldMkLst>
          <pc:docMk/>
          <pc:sldMk cId="3415476517" sldId="1100"/>
        </pc:sldMkLst>
        <pc:spChg chg="mod">
          <ac:chgData name="Ivanna Pitanga" userId="18868b45-25c7-4e3e-bac9-87f0706ec3ac" providerId="ADAL" clId="{013D6E45-4071-4BDF-B2E0-6970383F78AB}" dt="2025-10-27T16:46:35.567" v="988" actId="404"/>
          <ac:spMkLst>
            <pc:docMk/>
            <pc:sldMk cId="3415476517" sldId="1100"/>
            <ac:spMk id="2" creationId="{3274253C-8A2C-D5C1-1EF1-2A351D8A543B}"/>
          </ac:spMkLst>
        </pc:spChg>
        <pc:spChg chg="mod">
          <ac:chgData name="Ivanna Pitanga" userId="18868b45-25c7-4e3e-bac9-87f0706ec3ac" providerId="ADAL" clId="{013D6E45-4071-4BDF-B2E0-6970383F78AB}" dt="2025-10-27T13:04:07.413" v="76" actId="20577"/>
          <ac:spMkLst>
            <pc:docMk/>
            <pc:sldMk cId="3415476517" sldId="1100"/>
            <ac:spMk id="3" creationId="{A4C9FB0F-9BF0-88CA-74F6-4D43B5ADA991}"/>
          </ac:spMkLst>
        </pc:spChg>
        <pc:spChg chg="add mod">
          <ac:chgData name="Ivanna Pitanga" userId="18868b45-25c7-4e3e-bac9-87f0706ec3ac" providerId="ADAL" clId="{013D6E45-4071-4BDF-B2E0-6970383F78AB}" dt="2025-10-29T16:21:10.424" v="1214" actId="20577"/>
          <ac:spMkLst>
            <pc:docMk/>
            <pc:sldMk cId="3415476517" sldId="1100"/>
            <ac:spMk id="6" creationId="{EB05FC09-AB8D-0642-F34C-64E0F6750176}"/>
          </ac:spMkLst>
        </pc:spChg>
        <pc:spChg chg="add del mod">
          <ac:chgData name="Ivanna Pitanga" userId="18868b45-25c7-4e3e-bac9-87f0706ec3ac" providerId="ADAL" clId="{013D6E45-4071-4BDF-B2E0-6970383F78AB}" dt="2025-10-29T14:40:35.987" v="1102" actId="478"/>
          <ac:spMkLst>
            <pc:docMk/>
            <pc:sldMk cId="3415476517" sldId="1100"/>
            <ac:spMk id="10" creationId="{CCF48623-0858-6799-6D88-197FEB642055}"/>
          </ac:spMkLst>
        </pc:spChg>
        <pc:graphicFrameChg chg="add mod">
          <ac:chgData name="Ivanna Pitanga" userId="18868b45-25c7-4e3e-bac9-87f0706ec3ac" providerId="ADAL" clId="{013D6E45-4071-4BDF-B2E0-6970383F78AB}" dt="2025-10-29T16:24:57.805" v="1220" actId="207"/>
          <ac:graphicFrameMkLst>
            <pc:docMk/>
            <pc:sldMk cId="3415476517" sldId="1100"/>
            <ac:graphicFrameMk id="11" creationId="{845C1768-A4AA-FA00-BD48-3A9D95A73840}"/>
          </ac:graphicFrameMkLst>
        </pc:graphicFrameChg>
      </pc:sldChg>
      <pc:sldChg chg="addSp delSp modSp add mod ord modShow">
        <pc:chgData name="Ivanna Pitanga" userId="18868b45-25c7-4e3e-bac9-87f0706ec3ac" providerId="ADAL" clId="{013D6E45-4071-4BDF-B2E0-6970383F78AB}" dt="2025-10-27T16:42:06.060" v="897" actId="729"/>
        <pc:sldMkLst>
          <pc:docMk/>
          <pc:sldMk cId="2710372574" sldId="1101"/>
        </pc:sldMkLst>
        <pc:spChg chg="add mod">
          <ac:chgData name="Ivanna Pitanga" userId="18868b45-25c7-4e3e-bac9-87f0706ec3ac" providerId="ADAL" clId="{013D6E45-4071-4BDF-B2E0-6970383F78AB}" dt="2025-10-27T13:07:30.877" v="271" actId="20577"/>
          <ac:spMkLst>
            <pc:docMk/>
            <pc:sldMk cId="2710372574" sldId="1101"/>
            <ac:spMk id="7" creationId="{330268DF-A4E7-2F02-384E-C93B6F6DB444}"/>
          </ac:spMkLst>
        </pc:spChg>
        <pc:spChg chg="add mod">
          <ac:chgData name="Ivanna Pitanga" userId="18868b45-25c7-4e3e-bac9-87f0706ec3ac" providerId="ADAL" clId="{013D6E45-4071-4BDF-B2E0-6970383F78AB}" dt="2025-10-27T13:29:14.106" v="531" actId="1076"/>
          <ac:spMkLst>
            <pc:docMk/>
            <pc:sldMk cId="2710372574" sldId="1101"/>
            <ac:spMk id="10" creationId="{1EDA5169-D4A9-9D9F-ECEB-D38AED53AC4E}"/>
          </ac:spMkLst>
        </pc:spChg>
        <pc:picChg chg="add mod modCrop">
          <ac:chgData name="Ivanna Pitanga" userId="18868b45-25c7-4e3e-bac9-87f0706ec3ac" providerId="ADAL" clId="{013D6E45-4071-4BDF-B2E0-6970383F78AB}" dt="2025-10-27T14:30:14.520" v="837" actId="14100"/>
          <ac:picMkLst>
            <pc:docMk/>
            <pc:sldMk cId="2710372574" sldId="1101"/>
            <ac:picMk id="12" creationId="{2F968940-C97B-3FBA-898A-9489939D65DF}"/>
          </ac:picMkLst>
        </pc:picChg>
      </pc:sldChg>
      <pc:sldChg chg="addSp delSp modSp add del mod modShow">
        <pc:chgData name="Ivanna Pitanga" userId="18868b45-25c7-4e3e-bac9-87f0706ec3ac" providerId="ADAL" clId="{013D6E45-4071-4BDF-B2E0-6970383F78AB}" dt="2025-10-29T16:04:33.413" v="1152" actId="47"/>
        <pc:sldMkLst>
          <pc:docMk/>
          <pc:sldMk cId="2968157358" sldId="1102"/>
        </pc:sldMkLst>
      </pc:sldChg>
      <pc:sldChg chg="addSp delSp modSp add del mod modShow">
        <pc:chgData name="Ivanna Pitanga" userId="18868b45-25c7-4e3e-bac9-87f0706ec3ac" providerId="ADAL" clId="{013D6E45-4071-4BDF-B2E0-6970383F78AB}" dt="2025-10-29T16:04:34.359" v="1153" actId="47"/>
        <pc:sldMkLst>
          <pc:docMk/>
          <pc:sldMk cId="3388408064" sldId="1103"/>
        </pc:sldMkLst>
      </pc:sldChg>
      <pc:sldChg chg="add del">
        <pc:chgData name="Ivanna Pitanga" userId="18868b45-25c7-4e3e-bac9-87f0706ec3ac" providerId="ADAL" clId="{013D6E45-4071-4BDF-B2E0-6970383F78AB}" dt="2025-10-27T14:22:11.881" v="804" actId="47"/>
        <pc:sldMkLst>
          <pc:docMk/>
          <pc:sldMk cId="1158712683" sldId="1104"/>
        </pc:sldMkLst>
      </pc:sldChg>
      <pc:sldChg chg="addSp delSp modSp add mod ord modShow">
        <pc:chgData name="Ivanna Pitanga" userId="18868b45-25c7-4e3e-bac9-87f0706ec3ac" providerId="ADAL" clId="{013D6E45-4071-4BDF-B2E0-6970383F78AB}" dt="2025-10-27T16:42:11.707" v="900" actId="729"/>
        <pc:sldMkLst>
          <pc:docMk/>
          <pc:sldMk cId="4145517820" sldId="1104"/>
        </pc:sldMkLst>
        <pc:spChg chg="mod">
          <ac:chgData name="Ivanna Pitanga" userId="18868b45-25c7-4e3e-bac9-87f0706ec3ac" providerId="ADAL" clId="{013D6E45-4071-4BDF-B2E0-6970383F78AB}" dt="2025-10-27T14:22:31.024" v="812" actId="20577"/>
          <ac:spMkLst>
            <pc:docMk/>
            <pc:sldMk cId="4145517820" sldId="1104"/>
            <ac:spMk id="7" creationId="{296E35ED-7872-5DF1-310D-946454CF72C9}"/>
          </ac:spMkLst>
        </pc:spChg>
        <pc:spChg chg="mod">
          <ac:chgData name="Ivanna Pitanga" userId="18868b45-25c7-4e3e-bac9-87f0706ec3ac" providerId="ADAL" clId="{013D6E45-4071-4BDF-B2E0-6970383F78AB}" dt="2025-10-27T14:25:31.250" v="821" actId="20577"/>
          <ac:spMkLst>
            <pc:docMk/>
            <pc:sldMk cId="4145517820" sldId="1104"/>
            <ac:spMk id="10" creationId="{B20A2E70-96B2-99B3-D37A-73932C3592FB}"/>
          </ac:spMkLst>
        </pc:spChg>
        <pc:picChg chg="add mod">
          <ac:chgData name="Ivanna Pitanga" userId="18868b45-25c7-4e3e-bac9-87f0706ec3ac" providerId="ADAL" clId="{013D6E45-4071-4BDF-B2E0-6970383F78AB}" dt="2025-10-27T14:29:49.463" v="832" actId="14100"/>
          <ac:picMkLst>
            <pc:docMk/>
            <pc:sldMk cId="4145517820" sldId="1104"/>
            <ac:picMk id="9" creationId="{0EDC7B3A-7983-F9FB-6433-82E439D22712}"/>
          </ac:picMkLst>
        </pc:picChg>
      </pc:sldChg>
      <pc:sldChg chg="addSp delSp modSp add mod modShow">
        <pc:chgData name="Ivanna Pitanga" userId="18868b45-25c7-4e3e-bac9-87f0706ec3ac" providerId="ADAL" clId="{013D6E45-4071-4BDF-B2E0-6970383F78AB}" dt="2025-10-27T16:42:13.994" v="901" actId="729"/>
        <pc:sldMkLst>
          <pc:docMk/>
          <pc:sldMk cId="3330279457" sldId="1105"/>
        </pc:sldMkLst>
        <pc:spChg chg="mod">
          <ac:chgData name="Ivanna Pitanga" userId="18868b45-25c7-4e3e-bac9-87f0706ec3ac" providerId="ADAL" clId="{013D6E45-4071-4BDF-B2E0-6970383F78AB}" dt="2025-10-27T14:26:05.554" v="824" actId="20577"/>
          <ac:spMkLst>
            <pc:docMk/>
            <pc:sldMk cId="3330279457" sldId="1105"/>
            <ac:spMk id="7" creationId="{F81E1C27-9AC8-2A97-EAC5-4016D4E93C7A}"/>
          </ac:spMkLst>
        </pc:spChg>
        <pc:spChg chg="mod">
          <ac:chgData name="Ivanna Pitanga" userId="18868b45-25c7-4e3e-bac9-87f0706ec3ac" providerId="ADAL" clId="{013D6E45-4071-4BDF-B2E0-6970383F78AB}" dt="2025-10-27T14:30:45.561" v="841" actId="20577"/>
          <ac:spMkLst>
            <pc:docMk/>
            <pc:sldMk cId="3330279457" sldId="1105"/>
            <ac:spMk id="10" creationId="{99F7D86F-76D4-EAC9-3AD3-CDF303D48F23}"/>
          </ac:spMkLst>
        </pc:spChg>
        <pc:picChg chg="add mod">
          <ac:chgData name="Ivanna Pitanga" userId="18868b45-25c7-4e3e-bac9-87f0706ec3ac" providerId="ADAL" clId="{013D6E45-4071-4BDF-B2E0-6970383F78AB}" dt="2025-10-27T14:29:02.056" v="828" actId="14100"/>
          <ac:picMkLst>
            <pc:docMk/>
            <pc:sldMk cId="3330279457" sldId="1105"/>
            <ac:picMk id="8" creationId="{922EE2D1-5A25-AB3D-B111-EC699D3893ED}"/>
          </ac:picMkLst>
        </pc:picChg>
      </pc:sldChg>
      <pc:sldChg chg="addSp delSp modSp add mod modShow">
        <pc:chgData name="Ivanna Pitanga" userId="18868b45-25c7-4e3e-bac9-87f0706ec3ac" providerId="ADAL" clId="{013D6E45-4071-4BDF-B2E0-6970383F78AB}" dt="2025-10-27T16:42:16.889" v="902" actId="729"/>
        <pc:sldMkLst>
          <pc:docMk/>
          <pc:sldMk cId="1293921788" sldId="1106"/>
        </pc:sldMkLst>
        <pc:spChg chg="mod">
          <ac:chgData name="Ivanna Pitanga" userId="18868b45-25c7-4e3e-bac9-87f0706ec3ac" providerId="ADAL" clId="{013D6E45-4071-4BDF-B2E0-6970383F78AB}" dt="2025-10-27T14:59:12.976" v="847" actId="20577"/>
          <ac:spMkLst>
            <pc:docMk/>
            <pc:sldMk cId="1293921788" sldId="1106"/>
            <ac:spMk id="7" creationId="{E0D89DEE-F9BA-6CC7-56F8-FBB036D22AA2}"/>
          </ac:spMkLst>
        </pc:spChg>
        <pc:spChg chg="mod">
          <ac:chgData name="Ivanna Pitanga" userId="18868b45-25c7-4e3e-bac9-87f0706ec3ac" providerId="ADAL" clId="{013D6E45-4071-4BDF-B2E0-6970383F78AB}" dt="2025-10-27T15:01:06.591" v="853" actId="20577"/>
          <ac:spMkLst>
            <pc:docMk/>
            <pc:sldMk cId="1293921788" sldId="1106"/>
            <ac:spMk id="10" creationId="{6679FCDB-CEC4-DB15-96A2-2246ED67C697}"/>
          </ac:spMkLst>
        </pc:spChg>
        <pc:picChg chg="add mod">
          <ac:chgData name="Ivanna Pitanga" userId="18868b45-25c7-4e3e-bac9-87f0706ec3ac" providerId="ADAL" clId="{013D6E45-4071-4BDF-B2E0-6970383F78AB}" dt="2025-10-27T15:01:20.679" v="854" actId="14100"/>
          <ac:picMkLst>
            <pc:docMk/>
            <pc:sldMk cId="1293921788" sldId="1106"/>
            <ac:picMk id="6" creationId="{162C5303-FB3F-D818-9409-AFBE56B22169}"/>
          </ac:picMkLst>
        </pc:picChg>
      </pc:sldChg>
      <pc:sldChg chg="addSp delSp modSp add mod modShow">
        <pc:chgData name="Ivanna Pitanga" userId="18868b45-25c7-4e3e-bac9-87f0706ec3ac" providerId="ADAL" clId="{013D6E45-4071-4BDF-B2E0-6970383F78AB}" dt="2025-10-27T16:42:19.577" v="903" actId="729"/>
        <pc:sldMkLst>
          <pc:docMk/>
          <pc:sldMk cId="3910794609" sldId="1107"/>
        </pc:sldMkLst>
        <pc:spChg chg="mod">
          <ac:chgData name="Ivanna Pitanga" userId="18868b45-25c7-4e3e-bac9-87f0706ec3ac" providerId="ADAL" clId="{013D6E45-4071-4BDF-B2E0-6970383F78AB}" dt="2025-10-27T16:04:09.627" v="862" actId="20577"/>
          <ac:spMkLst>
            <pc:docMk/>
            <pc:sldMk cId="3910794609" sldId="1107"/>
            <ac:spMk id="7" creationId="{2EE0D665-E9D7-D869-2DB2-C658E70894BA}"/>
          </ac:spMkLst>
        </pc:spChg>
        <pc:spChg chg="mod">
          <ac:chgData name="Ivanna Pitanga" userId="18868b45-25c7-4e3e-bac9-87f0706ec3ac" providerId="ADAL" clId="{013D6E45-4071-4BDF-B2E0-6970383F78AB}" dt="2025-10-27T16:04:21.004" v="867" actId="20577"/>
          <ac:spMkLst>
            <pc:docMk/>
            <pc:sldMk cId="3910794609" sldId="1107"/>
            <ac:spMk id="10" creationId="{C6D5C5A1-0480-1633-C3F9-8C5E67B4E620}"/>
          </ac:spMkLst>
        </pc:spChg>
        <pc:picChg chg="add mod">
          <ac:chgData name="Ivanna Pitanga" userId="18868b45-25c7-4e3e-bac9-87f0706ec3ac" providerId="ADAL" clId="{013D6E45-4071-4BDF-B2E0-6970383F78AB}" dt="2025-10-27T16:04:16.398" v="865" actId="1076"/>
          <ac:picMkLst>
            <pc:docMk/>
            <pc:sldMk cId="3910794609" sldId="1107"/>
            <ac:picMk id="8" creationId="{C118E399-ABBB-307B-DAAB-FD25095F82D1}"/>
          </ac:picMkLst>
        </pc:picChg>
      </pc:sldChg>
      <pc:sldChg chg="addSp delSp modSp add mod modShow">
        <pc:chgData name="Ivanna Pitanga" userId="18868b45-25c7-4e3e-bac9-87f0706ec3ac" providerId="ADAL" clId="{013D6E45-4071-4BDF-B2E0-6970383F78AB}" dt="2025-10-27T16:42:23.686" v="904" actId="729"/>
        <pc:sldMkLst>
          <pc:docMk/>
          <pc:sldMk cId="1406405857" sldId="1108"/>
        </pc:sldMkLst>
        <pc:spChg chg="mod">
          <ac:chgData name="Ivanna Pitanga" userId="18868b45-25c7-4e3e-bac9-87f0706ec3ac" providerId="ADAL" clId="{013D6E45-4071-4BDF-B2E0-6970383F78AB}" dt="2025-10-27T16:04:29.084" v="869" actId="20577"/>
          <ac:spMkLst>
            <pc:docMk/>
            <pc:sldMk cId="1406405857" sldId="1108"/>
            <ac:spMk id="7" creationId="{CBC1E9D4-72E3-5920-2F4D-EF19B5D46983}"/>
          </ac:spMkLst>
        </pc:spChg>
        <pc:spChg chg="mod">
          <ac:chgData name="Ivanna Pitanga" userId="18868b45-25c7-4e3e-bac9-87f0706ec3ac" providerId="ADAL" clId="{013D6E45-4071-4BDF-B2E0-6970383F78AB}" dt="2025-10-27T16:04:38.195" v="871" actId="20577"/>
          <ac:spMkLst>
            <pc:docMk/>
            <pc:sldMk cId="1406405857" sldId="1108"/>
            <ac:spMk id="10" creationId="{197AA36A-ABCC-8DAF-B45D-9FCD85D6F53C}"/>
          </ac:spMkLst>
        </pc:spChg>
        <pc:picChg chg="add mod">
          <ac:chgData name="Ivanna Pitanga" userId="18868b45-25c7-4e3e-bac9-87f0706ec3ac" providerId="ADAL" clId="{013D6E45-4071-4BDF-B2E0-6970383F78AB}" dt="2025-10-27T16:05:26.299" v="874" actId="14100"/>
          <ac:picMkLst>
            <pc:docMk/>
            <pc:sldMk cId="1406405857" sldId="1108"/>
            <ac:picMk id="8" creationId="{B710CF4B-BD1B-464B-562A-16334C4FA6F6}"/>
          </ac:picMkLst>
        </pc:picChg>
      </pc:sldChg>
      <pc:sldChg chg="addSp delSp modSp add mod modShow">
        <pc:chgData name="Ivanna Pitanga" userId="18868b45-25c7-4e3e-bac9-87f0706ec3ac" providerId="ADAL" clId="{013D6E45-4071-4BDF-B2E0-6970383F78AB}" dt="2025-10-27T16:44:07.630" v="918" actId="729"/>
        <pc:sldMkLst>
          <pc:docMk/>
          <pc:sldMk cId="3229194380" sldId="1109"/>
        </pc:sldMkLst>
        <pc:spChg chg="mod">
          <ac:chgData name="Ivanna Pitanga" userId="18868b45-25c7-4e3e-bac9-87f0706ec3ac" providerId="ADAL" clId="{013D6E45-4071-4BDF-B2E0-6970383F78AB}" dt="2025-10-27T16:05:37.004" v="878" actId="20577"/>
          <ac:spMkLst>
            <pc:docMk/>
            <pc:sldMk cId="3229194380" sldId="1109"/>
            <ac:spMk id="7" creationId="{D67A2644-0FA9-328A-45F2-507FEEF6F742}"/>
          </ac:spMkLst>
        </pc:spChg>
        <pc:spChg chg="mod">
          <ac:chgData name="Ivanna Pitanga" userId="18868b45-25c7-4e3e-bac9-87f0706ec3ac" providerId="ADAL" clId="{013D6E45-4071-4BDF-B2E0-6970383F78AB}" dt="2025-10-27T16:42:51.202" v="907" actId="2711"/>
          <ac:spMkLst>
            <pc:docMk/>
            <pc:sldMk cId="3229194380" sldId="1109"/>
            <ac:spMk id="10" creationId="{E2959FD1-3E68-448E-F5E7-C6CA2488C796}"/>
          </ac:spMkLst>
        </pc:spChg>
        <pc:picChg chg="add mod">
          <ac:chgData name="Ivanna Pitanga" userId="18868b45-25c7-4e3e-bac9-87f0706ec3ac" providerId="ADAL" clId="{013D6E45-4071-4BDF-B2E0-6970383F78AB}" dt="2025-10-27T16:07:31.202" v="887" actId="14100"/>
          <ac:picMkLst>
            <pc:docMk/>
            <pc:sldMk cId="3229194380" sldId="1109"/>
            <ac:picMk id="6" creationId="{C3BA5C76-F56F-BCF1-628D-C9CB16A85F28}"/>
          </ac:picMkLst>
        </pc:picChg>
      </pc:sldChg>
      <pc:sldChg chg="addSp modSp add mod modShow">
        <pc:chgData name="Ivanna Pitanga" userId="18868b45-25c7-4e3e-bac9-87f0706ec3ac" providerId="ADAL" clId="{013D6E45-4071-4BDF-B2E0-6970383F78AB}" dt="2025-10-27T16:44:04.302" v="917" actId="729"/>
        <pc:sldMkLst>
          <pc:docMk/>
          <pc:sldMk cId="4208204092" sldId="1110"/>
        </pc:sldMkLst>
        <pc:spChg chg="mod">
          <ac:chgData name="Ivanna Pitanga" userId="18868b45-25c7-4e3e-bac9-87f0706ec3ac" providerId="ADAL" clId="{013D6E45-4071-4BDF-B2E0-6970383F78AB}" dt="2025-10-27T16:05:42.518" v="881" actId="20577"/>
          <ac:spMkLst>
            <pc:docMk/>
            <pc:sldMk cId="4208204092" sldId="1110"/>
            <ac:spMk id="7" creationId="{2C17364F-CC77-44C0-B602-5513C163A92E}"/>
          </ac:spMkLst>
        </pc:spChg>
        <pc:spChg chg="mod">
          <ac:chgData name="Ivanna Pitanga" userId="18868b45-25c7-4e3e-bac9-87f0706ec3ac" providerId="ADAL" clId="{013D6E45-4071-4BDF-B2E0-6970383F78AB}" dt="2025-10-27T16:41:58.362" v="896" actId="20577"/>
          <ac:spMkLst>
            <pc:docMk/>
            <pc:sldMk cId="4208204092" sldId="1110"/>
            <ac:spMk id="10" creationId="{E4DC3061-1410-6C09-F818-3068436876B7}"/>
          </ac:spMkLst>
        </pc:spChg>
        <pc:picChg chg="add mod">
          <ac:chgData name="Ivanna Pitanga" userId="18868b45-25c7-4e3e-bac9-87f0706ec3ac" providerId="ADAL" clId="{013D6E45-4071-4BDF-B2E0-6970383F78AB}" dt="2025-10-27T16:41:51.938" v="894" actId="14100"/>
          <ac:picMkLst>
            <pc:docMk/>
            <pc:sldMk cId="4208204092" sldId="1110"/>
            <ac:picMk id="6" creationId="{73DF979A-9FC7-5C5C-FEC6-F392B898BECB}"/>
          </ac:picMkLst>
        </pc:picChg>
      </pc:sldChg>
      <pc:sldChg chg="addSp delSp modSp add mod modShow">
        <pc:chgData name="Ivanna Pitanga" userId="18868b45-25c7-4e3e-bac9-87f0706ec3ac" providerId="ADAL" clId="{013D6E45-4071-4BDF-B2E0-6970383F78AB}" dt="2025-10-27T16:44:01.820" v="916" actId="729"/>
        <pc:sldMkLst>
          <pc:docMk/>
          <pc:sldMk cId="2965003514" sldId="1111"/>
        </pc:sldMkLst>
        <pc:spChg chg="mod">
          <ac:chgData name="Ivanna Pitanga" userId="18868b45-25c7-4e3e-bac9-87f0706ec3ac" providerId="ADAL" clId="{013D6E45-4071-4BDF-B2E0-6970383F78AB}" dt="2025-10-27T16:05:47.623" v="884" actId="20577"/>
          <ac:spMkLst>
            <pc:docMk/>
            <pc:sldMk cId="2965003514" sldId="1111"/>
            <ac:spMk id="7" creationId="{DC45E2A6-EFFC-9696-77E1-B8E3ADBC8FCC}"/>
          </ac:spMkLst>
        </pc:spChg>
        <pc:spChg chg="mod">
          <ac:chgData name="Ivanna Pitanga" userId="18868b45-25c7-4e3e-bac9-87f0706ec3ac" providerId="ADAL" clId="{013D6E45-4071-4BDF-B2E0-6970383F78AB}" dt="2025-10-27T16:43:56.860" v="915" actId="20577"/>
          <ac:spMkLst>
            <pc:docMk/>
            <pc:sldMk cId="2965003514" sldId="1111"/>
            <ac:spMk id="10" creationId="{A5DE81AF-0CC4-6A83-8E6A-056228DD977D}"/>
          </ac:spMkLst>
        </pc:spChg>
        <pc:picChg chg="add mod">
          <ac:chgData name="Ivanna Pitanga" userId="18868b45-25c7-4e3e-bac9-87f0706ec3ac" providerId="ADAL" clId="{013D6E45-4071-4BDF-B2E0-6970383F78AB}" dt="2025-10-27T16:43:52.588" v="913" actId="14100"/>
          <ac:picMkLst>
            <pc:docMk/>
            <pc:sldMk cId="2965003514" sldId="1111"/>
            <ac:picMk id="9" creationId="{05F26F3C-22BA-B446-6904-A54D6779280E}"/>
          </ac:picMkLst>
        </pc:picChg>
      </pc:sldChg>
      <pc:sldChg chg="addSp delSp modSp add mod">
        <pc:chgData name="Ivanna Pitanga" userId="18868b45-25c7-4e3e-bac9-87f0706ec3ac" providerId="ADAL" clId="{013D6E45-4071-4BDF-B2E0-6970383F78AB}" dt="2025-10-29T16:23:41.240" v="1218" actId="207"/>
        <pc:sldMkLst>
          <pc:docMk/>
          <pc:sldMk cId="2411406777" sldId="1112"/>
        </pc:sldMkLst>
        <pc:spChg chg="del">
          <ac:chgData name="Ivanna Pitanga" userId="18868b45-25c7-4e3e-bac9-87f0706ec3ac" providerId="ADAL" clId="{013D6E45-4071-4BDF-B2E0-6970383F78AB}" dt="2025-10-29T16:03:10.670" v="1150" actId="478"/>
          <ac:spMkLst>
            <pc:docMk/>
            <pc:sldMk cId="2411406777" sldId="1112"/>
            <ac:spMk id="2" creationId="{3B08774D-1AD1-AE0F-B4EE-51ABDDE19EB7}"/>
          </ac:spMkLst>
        </pc:spChg>
        <pc:spChg chg="add mod">
          <ac:chgData name="Ivanna Pitanga" userId="18868b45-25c7-4e3e-bac9-87f0706ec3ac" providerId="ADAL" clId="{013D6E45-4071-4BDF-B2E0-6970383F78AB}" dt="2025-10-29T16:03:10.670" v="1150" actId="478"/>
          <ac:spMkLst>
            <pc:docMk/>
            <pc:sldMk cId="2411406777" sldId="1112"/>
            <ac:spMk id="7" creationId="{EBD9C2B8-C450-A1B5-5C20-79A048079FBC}"/>
          </ac:spMkLst>
        </pc:spChg>
        <pc:spChg chg="add mod">
          <ac:chgData name="Ivanna Pitanga" userId="18868b45-25c7-4e3e-bac9-87f0706ec3ac" providerId="ADAL" clId="{013D6E45-4071-4BDF-B2E0-6970383F78AB}" dt="2025-10-29T16:21:14.506" v="1215"/>
          <ac:spMkLst>
            <pc:docMk/>
            <pc:sldMk cId="2411406777" sldId="1112"/>
            <ac:spMk id="9" creationId="{BBEB4AEB-721F-3526-B722-C103AE0985ED}"/>
          </ac:spMkLst>
        </pc:spChg>
        <pc:graphicFrameChg chg="add mod">
          <ac:chgData name="Ivanna Pitanga" userId="18868b45-25c7-4e3e-bac9-87f0706ec3ac" providerId="ADAL" clId="{013D6E45-4071-4BDF-B2E0-6970383F78AB}" dt="2025-10-29T16:23:41.240" v="1218" actId="207"/>
          <ac:graphicFrameMkLst>
            <pc:docMk/>
            <pc:sldMk cId="2411406777" sldId="1112"/>
            <ac:graphicFrameMk id="8" creationId="{BDFB1528-D577-7F3B-6CD1-51E4A432B17C}"/>
          </ac:graphicFrameMkLst>
        </pc:graphicFrameChg>
        <pc:graphicFrameChg chg="del">
          <ac:chgData name="Ivanna Pitanga" userId="18868b45-25c7-4e3e-bac9-87f0706ec3ac" providerId="ADAL" clId="{013D6E45-4071-4BDF-B2E0-6970383F78AB}" dt="2025-10-29T16:03:11.664" v="1151" actId="478"/>
          <ac:graphicFrameMkLst>
            <pc:docMk/>
            <pc:sldMk cId="2411406777" sldId="1112"/>
            <ac:graphicFrameMk id="11" creationId="{183A6555-54BD-B924-08D5-B63CE207BF80}"/>
          </ac:graphicFrameMkLst>
        </pc:graphicFrameChg>
      </pc:sldChg>
    </pc:docChg>
  </pc:docChgLst>
  <pc:docChgLst>
    <pc:chgData name="Ivanna Pitanga" userId="18868b45-25c7-4e3e-bac9-87f0706ec3ac" providerId="ADAL" clId="{EBF7852C-25D2-4CB4-8817-65A34039574F}"/>
    <pc:docChg chg="undo custSel addSld modSld">
      <pc:chgData name="Ivanna Pitanga" userId="18868b45-25c7-4e3e-bac9-87f0706ec3ac" providerId="ADAL" clId="{EBF7852C-25D2-4CB4-8817-65A34039574F}" dt="2025-10-10T12:42:31.714" v="633" actId="20577"/>
      <pc:docMkLst>
        <pc:docMk/>
      </pc:docMkLst>
      <pc:sldChg chg="addSp delSp mod">
        <pc:chgData name="Ivanna Pitanga" userId="18868b45-25c7-4e3e-bac9-87f0706ec3ac" providerId="ADAL" clId="{EBF7852C-25D2-4CB4-8817-65A34039574F}" dt="2025-10-08T11:34:58.933" v="236" actId="21"/>
        <pc:sldMkLst>
          <pc:docMk/>
          <pc:sldMk cId="1435829796" sldId="1094"/>
        </pc:sldMkLst>
        <pc:grpChg chg="add del">
          <ac:chgData name="Ivanna Pitanga" userId="18868b45-25c7-4e3e-bac9-87f0706ec3ac" providerId="ADAL" clId="{EBF7852C-25D2-4CB4-8817-65A34039574F}" dt="2025-10-08T11:34:58.933" v="236" actId="21"/>
          <ac:grpSpMkLst>
            <pc:docMk/>
            <pc:sldMk cId="1435829796" sldId="1094"/>
            <ac:grpSpMk id="68" creationId="{50910338-F17A-71C3-6062-933BFDC9FA35}"/>
          </ac:grpSpMkLst>
        </pc:grpChg>
      </pc:sldChg>
      <pc:sldChg chg="modSp mod">
        <pc:chgData name="Ivanna Pitanga" userId="18868b45-25c7-4e3e-bac9-87f0706ec3ac" providerId="ADAL" clId="{EBF7852C-25D2-4CB4-8817-65A34039574F}" dt="2025-10-10T12:36:32.466" v="546" actId="20577"/>
        <pc:sldMkLst>
          <pc:docMk/>
          <pc:sldMk cId="3651955176" sldId="1096"/>
        </pc:sldMkLst>
        <pc:spChg chg="mod">
          <ac:chgData name="Ivanna Pitanga" userId="18868b45-25c7-4e3e-bac9-87f0706ec3ac" providerId="ADAL" clId="{EBF7852C-25D2-4CB4-8817-65A34039574F}" dt="2025-10-10T12:36:32.466" v="546" actId="20577"/>
          <ac:spMkLst>
            <pc:docMk/>
            <pc:sldMk cId="3651955176" sldId="1096"/>
            <ac:spMk id="2" creationId="{915C1DD2-49F6-302A-CF69-3D9185E45381}"/>
          </ac:spMkLst>
        </pc:spChg>
        <pc:spChg chg="mod">
          <ac:chgData name="Ivanna Pitanga" userId="18868b45-25c7-4e3e-bac9-87f0706ec3ac" providerId="ADAL" clId="{EBF7852C-25D2-4CB4-8817-65A34039574F}" dt="2025-10-08T10:38:25.712" v="126" actId="1076"/>
          <ac:spMkLst>
            <pc:docMk/>
            <pc:sldMk cId="3651955176" sldId="1096"/>
            <ac:spMk id="7" creationId="{DEC435C7-E55C-E3DC-7C21-22E78B793582}"/>
          </ac:spMkLst>
        </pc:spChg>
        <pc:spChg chg="mod">
          <ac:chgData name="Ivanna Pitanga" userId="18868b45-25c7-4e3e-bac9-87f0706ec3ac" providerId="ADAL" clId="{EBF7852C-25D2-4CB4-8817-65A34039574F}" dt="2025-10-08T10:38:39.242" v="129" actId="1076"/>
          <ac:spMkLst>
            <pc:docMk/>
            <pc:sldMk cId="3651955176" sldId="1096"/>
            <ac:spMk id="14" creationId="{184A0462-007E-CDA7-3987-3A6E83D61C9E}"/>
          </ac:spMkLst>
        </pc:spChg>
        <pc:spChg chg="mod">
          <ac:chgData name="Ivanna Pitanga" userId="18868b45-25c7-4e3e-bac9-87f0706ec3ac" providerId="ADAL" clId="{EBF7852C-25D2-4CB4-8817-65A34039574F}" dt="2025-10-08T10:38:25.712" v="126" actId="1076"/>
          <ac:spMkLst>
            <pc:docMk/>
            <pc:sldMk cId="3651955176" sldId="1096"/>
            <ac:spMk id="15" creationId="{C684722B-205E-F4BD-4C91-E94A0C28C4B9}"/>
          </ac:spMkLst>
        </pc:spChg>
        <pc:graphicFrameChg chg="mod modGraphic">
          <ac:chgData name="Ivanna Pitanga" userId="18868b45-25c7-4e3e-bac9-87f0706ec3ac" providerId="ADAL" clId="{EBF7852C-25D2-4CB4-8817-65A34039574F}" dt="2025-10-10T11:42:29.454" v="544" actId="2165"/>
          <ac:graphicFrameMkLst>
            <pc:docMk/>
            <pc:sldMk cId="3651955176" sldId="1096"/>
            <ac:graphicFrameMk id="8" creationId="{4EEA2FD9-8091-6F22-99C5-CECF2DC957FF}"/>
          </ac:graphicFrameMkLst>
        </pc:graphicFrameChg>
        <pc:picChg chg="mod">
          <ac:chgData name="Ivanna Pitanga" userId="18868b45-25c7-4e3e-bac9-87f0706ec3ac" providerId="ADAL" clId="{EBF7852C-25D2-4CB4-8817-65A34039574F}" dt="2025-10-08T10:38:25.712" v="126" actId="1076"/>
          <ac:picMkLst>
            <pc:docMk/>
            <pc:sldMk cId="3651955176" sldId="1096"/>
            <ac:picMk id="11" creationId="{ACB5CF44-931A-7154-0FDF-3F6472A91052}"/>
          </ac:picMkLst>
        </pc:picChg>
        <pc:picChg chg="mod">
          <ac:chgData name="Ivanna Pitanga" userId="18868b45-25c7-4e3e-bac9-87f0706ec3ac" providerId="ADAL" clId="{EBF7852C-25D2-4CB4-8817-65A34039574F}" dt="2025-10-08T10:38:25.712" v="126" actId="1076"/>
          <ac:picMkLst>
            <pc:docMk/>
            <pc:sldMk cId="3651955176" sldId="1096"/>
            <ac:picMk id="13" creationId="{EC2A9AE1-BE18-5B52-EB82-4772E0EAC712}"/>
          </ac:picMkLst>
        </pc:picChg>
        <pc:cxnChg chg="mod">
          <ac:chgData name="Ivanna Pitanga" userId="18868b45-25c7-4e3e-bac9-87f0706ec3ac" providerId="ADAL" clId="{EBF7852C-25D2-4CB4-8817-65A34039574F}" dt="2025-10-08T10:38:39.242" v="129" actId="1076"/>
          <ac:cxnSpMkLst>
            <pc:docMk/>
            <pc:sldMk cId="3651955176" sldId="1096"/>
            <ac:cxnSpMk id="17" creationId="{805A1EAC-9748-FBF2-4A2E-182DC817EE8B}"/>
          </ac:cxnSpMkLst>
        </pc:cxnChg>
      </pc:sldChg>
      <pc:sldChg chg="addSp delSp modSp mod delAnim modAnim">
        <pc:chgData name="Ivanna Pitanga" userId="18868b45-25c7-4e3e-bac9-87f0706ec3ac" providerId="ADAL" clId="{EBF7852C-25D2-4CB4-8817-65A34039574F}" dt="2025-10-10T12:41:17.042" v="617" actId="1076"/>
        <pc:sldMkLst>
          <pc:docMk/>
          <pc:sldMk cId="2869765226" sldId="1097"/>
        </pc:sldMkLst>
        <pc:spChg chg="mod">
          <ac:chgData name="Ivanna Pitanga" userId="18868b45-25c7-4e3e-bac9-87f0706ec3ac" providerId="ADAL" clId="{EBF7852C-25D2-4CB4-8817-65A34039574F}" dt="2025-10-08T11:37:08.909" v="347"/>
          <ac:spMkLst>
            <pc:docMk/>
            <pc:sldMk cId="2869765226" sldId="1097"/>
            <ac:spMk id="11" creationId="{162CC498-8545-C643-2D44-4D17D5659FD9}"/>
          </ac:spMkLst>
        </pc:spChg>
        <pc:spChg chg="mod">
          <ac:chgData name="Ivanna Pitanga" userId="18868b45-25c7-4e3e-bac9-87f0706ec3ac" providerId="ADAL" clId="{EBF7852C-25D2-4CB4-8817-65A34039574F}" dt="2025-10-08T11:36:51.227" v="344" actId="207"/>
          <ac:spMkLst>
            <pc:docMk/>
            <pc:sldMk cId="2869765226" sldId="1097"/>
            <ac:spMk id="12" creationId="{A0D4AE03-CDC2-54EC-657E-6805893AC461}"/>
          </ac:spMkLst>
        </pc:spChg>
        <pc:spChg chg="mod">
          <ac:chgData name="Ivanna Pitanga" userId="18868b45-25c7-4e3e-bac9-87f0706ec3ac" providerId="ADAL" clId="{EBF7852C-25D2-4CB4-8817-65A34039574F}" dt="2025-10-08T11:35:34.828" v="276"/>
          <ac:spMkLst>
            <pc:docMk/>
            <pc:sldMk cId="2869765226" sldId="1097"/>
            <ac:spMk id="14" creationId="{6B75DA91-47C6-4700-08A4-CDDAE8C19161}"/>
          </ac:spMkLst>
        </pc:spChg>
        <pc:spChg chg="mod">
          <ac:chgData name="Ivanna Pitanga" userId="18868b45-25c7-4e3e-bac9-87f0706ec3ac" providerId="ADAL" clId="{EBF7852C-25D2-4CB4-8817-65A34039574F}" dt="2025-10-08T11:36:47.116" v="343" actId="1076"/>
          <ac:spMkLst>
            <pc:docMk/>
            <pc:sldMk cId="2869765226" sldId="1097"/>
            <ac:spMk id="15" creationId="{9B1299F9-0967-DB04-08F6-6D29F1D86C2F}"/>
          </ac:spMkLst>
        </pc:spChg>
        <pc:spChg chg="add mod">
          <ac:chgData name="Ivanna Pitanga" userId="18868b45-25c7-4e3e-bac9-87f0706ec3ac" providerId="ADAL" clId="{EBF7852C-25D2-4CB4-8817-65A34039574F}" dt="2025-10-10T12:40:36.697" v="608" actId="1037"/>
          <ac:spMkLst>
            <pc:docMk/>
            <pc:sldMk cId="2869765226" sldId="1097"/>
            <ac:spMk id="17" creationId="{30794E27-9550-A104-EEE7-8BD964FA7E57}"/>
          </ac:spMkLst>
        </pc:spChg>
        <pc:spChg chg="add mod">
          <ac:chgData name="Ivanna Pitanga" userId="18868b45-25c7-4e3e-bac9-87f0706ec3ac" providerId="ADAL" clId="{EBF7852C-25D2-4CB4-8817-65A34039574F}" dt="2025-10-10T12:40:36.697" v="608" actId="1037"/>
          <ac:spMkLst>
            <pc:docMk/>
            <pc:sldMk cId="2869765226" sldId="1097"/>
            <ac:spMk id="18" creationId="{4A1E0C27-B579-8F64-B774-52281AC62700}"/>
          </ac:spMkLst>
        </pc:spChg>
        <pc:grpChg chg="add mod">
          <ac:chgData name="Ivanna Pitanga" userId="18868b45-25c7-4e3e-bac9-87f0706ec3ac" providerId="ADAL" clId="{EBF7852C-25D2-4CB4-8817-65A34039574F}" dt="2025-10-08T11:37:13.749" v="348" actId="1076"/>
          <ac:grpSpMkLst>
            <pc:docMk/>
            <pc:sldMk cId="2869765226" sldId="1097"/>
            <ac:grpSpMk id="10" creationId="{54832249-A866-9DAE-FB0C-0CCE5418271F}"/>
          </ac:grpSpMkLst>
        </pc:grpChg>
        <pc:grpChg chg="add mod ord">
          <ac:chgData name="Ivanna Pitanga" userId="18868b45-25c7-4e3e-bac9-87f0706ec3ac" providerId="ADAL" clId="{EBF7852C-25D2-4CB4-8817-65A34039574F}" dt="2025-10-08T11:37:18.726" v="349" actId="167"/>
          <ac:grpSpMkLst>
            <pc:docMk/>
            <pc:sldMk cId="2869765226" sldId="1097"/>
            <ac:grpSpMk id="13" creationId="{633755EE-083D-3931-CB37-F7684D47DFF4}"/>
          </ac:grpSpMkLst>
        </pc:grpChg>
        <pc:graphicFrameChg chg="add mod">
          <ac:chgData name="Ivanna Pitanga" userId="18868b45-25c7-4e3e-bac9-87f0706ec3ac" providerId="ADAL" clId="{EBF7852C-25D2-4CB4-8817-65A34039574F}" dt="2025-10-10T12:40:36.697" v="608" actId="1037"/>
          <ac:graphicFrameMkLst>
            <pc:docMk/>
            <pc:sldMk cId="2869765226" sldId="1097"/>
            <ac:graphicFrameMk id="6" creationId="{3EE1544F-A412-4CD9-98DC-AD5D38DD2E45}"/>
          </ac:graphicFrameMkLst>
        </pc:graphicFrameChg>
        <pc:graphicFrameChg chg="add mod">
          <ac:chgData name="Ivanna Pitanga" userId="18868b45-25c7-4e3e-bac9-87f0706ec3ac" providerId="ADAL" clId="{EBF7852C-25D2-4CB4-8817-65A34039574F}" dt="2025-10-10T12:40:36.697" v="608" actId="1037"/>
          <ac:graphicFrameMkLst>
            <pc:docMk/>
            <pc:sldMk cId="2869765226" sldId="1097"/>
            <ac:graphicFrameMk id="7" creationId="{A26A357D-541A-4F91-BA14-0E997849C765}"/>
          </ac:graphicFrameMkLst>
        </pc:graphicFrameChg>
        <pc:graphicFrameChg chg="add mod">
          <ac:chgData name="Ivanna Pitanga" userId="18868b45-25c7-4e3e-bac9-87f0706ec3ac" providerId="ADAL" clId="{EBF7852C-25D2-4CB4-8817-65A34039574F}" dt="2025-10-10T12:40:44.728" v="609" actId="1076"/>
          <ac:graphicFrameMkLst>
            <pc:docMk/>
            <pc:sldMk cId="2869765226" sldId="1097"/>
            <ac:graphicFrameMk id="8" creationId="{77AEE3DE-B281-45FC-BFBD-58084D7AB2B6}"/>
          </ac:graphicFrameMkLst>
        </pc:graphicFrameChg>
        <pc:graphicFrameChg chg="add mod">
          <ac:chgData name="Ivanna Pitanga" userId="18868b45-25c7-4e3e-bac9-87f0706ec3ac" providerId="ADAL" clId="{EBF7852C-25D2-4CB4-8817-65A34039574F}" dt="2025-10-10T12:41:09.033" v="616" actId="1076"/>
          <ac:graphicFrameMkLst>
            <pc:docMk/>
            <pc:sldMk cId="2869765226" sldId="1097"/>
            <ac:graphicFrameMk id="9" creationId="{AE15D10F-0C9A-416A-96C3-D1890C668970}"/>
          </ac:graphicFrameMkLst>
        </pc:graphicFrameChg>
        <pc:graphicFrameChg chg="add mod">
          <ac:chgData name="Ivanna Pitanga" userId="18868b45-25c7-4e3e-bac9-87f0706ec3ac" providerId="ADAL" clId="{EBF7852C-25D2-4CB4-8817-65A34039574F}" dt="2025-10-10T12:41:17.042" v="617" actId="1076"/>
          <ac:graphicFrameMkLst>
            <pc:docMk/>
            <pc:sldMk cId="2869765226" sldId="1097"/>
            <ac:graphicFrameMk id="16" creationId="{7EFCB34E-C6AF-4B62-AD99-7245DBDE7320}"/>
          </ac:graphicFrameMkLst>
        </pc:graphicFrameChg>
      </pc:sldChg>
      <pc:sldChg chg="modSp mod">
        <pc:chgData name="Ivanna Pitanga" userId="18868b45-25c7-4e3e-bac9-87f0706ec3ac" providerId="ADAL" clId="{EBF7852C-25D2-4CB4-8817-65A34039574F}" dt="2025-10-10T12:42:31.714" v="633" actId="20577"/>
        <pc:sldMkLst>
          <pc:docMk/>
          <pc:sldMk cId="3050522277" sldId="1098"/>
        </pc:sldMkLst>
        <pc:spChg chg="mod">
          <ac:chgData name="Ivanna Pitanga" userId="18868b45-25c7-4e3e-bac9-87f0706ec3ac" providerId="ADAL" clId="{EBF7852C-25D2-4CB4-8817-65A34039574F}" dt="2025-10-10T12:42:31.714" v="633" actId="20577"/>
          <ac:spMkLst>
            <pc:docMk/>
            <pc:sldMk cId="3050522277" sldId="1098"/>
            <ac:spMk id="2" creationId="{DC0FA225-C2CE-3413-F20A-B67928F29CCA}"/>
          </ac:spMkLst>
        </pc:spChg>
      </pc:sldChg>
      <pc:sldChg chg="delSp add mod delAnim">
        <pc:chgData name="Ivanna Pitanga" userId="18868b45-25c7-4e3e-bac9-87f0706ec3ac" providerId="ADAL" clId="{EBF7852C-25D2-4CB4-8817-65A34039574F}" dt="2025-10-08T11:45:38.403" v="540" actId="478"/>
        <pc:sldMkLst>
          <pc:docMk/>
          <pc:sldMk cId="424858996" sldId="1099"/>
        </pc:sldMkLst>
      </pc:sldChg>
    </pc:docChg>
  </pc:docChgLst>
  <pc:docChgLst>
    <pc:chgData name="Ivanna Pitanga" userId="S::ivanna.pitanga@bayer.com::18868b45-25c7-4e3e-bac9-87f0706ec3ac" providerId="AD" clId="Web-{3D32428C-1AF9-ED64-06DF-599CD6103C57}"/>
    <pc:docChg chg="modSld">
      <pc:chgData name="Ivanna Pitanga" userId="S::ivanna.pitanga@bayer.com::18868b45-25c7-4e3e-bac9-87f0706ec3ac" providerId="AD" clId="Web-{3D32428C-1AF9-ED64-06DF-599CD6103C57}" dt="2025-10-08T10:33:45.818" v="5"/>
      <pc:docMkLst>
        <pc:docMk/>
      </pc:docMkLst>
      <pc:sldChg chg="addSp delSp modSp">
        <pc:chgData name="Ivanna Pitanga" userId="S::ivanna.pitanga@bayer.com::18868b45-25c7-4e3e-bac9-87f0706ec3ac" providerId="AD" clId="Web-{3D32428C-1AF9-ED64-06DF-599CD6103C57}" dt="2025-10-08T10:33:45.818" v="5"/>
        <pc:sldMkLst>
          <pc:docMk/>
          <pc:sldMk cId="3651955176" sldId="1096"/>
        </pc:sldMkLst>
        <pc:graphicFrameChg chg="add mod modGraphic">
          <ac:chgData name="Ivanna Pitanga" userId="S::ivanna.pitanga@bayer.com::18868b45-25c7-4e3e-bac9-87f0706ec3ac" providerId="AD" clId="Web-{3D32428C-1AF9-ED64-06DF-599CD6103C57}" dt="2025-10-08T10:33:45.818" v="5"/>
          <ac:graphicFrameMkLst>
            <pc:docMk/>
            <pc:sldMk cId="3651955176" sldId="1096"/>
            <ac:graphicFrameMk id="8" creationId="{4EEA2FD9-8091-6F22-99C5-CECF2DC957FF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bayergroup-my.sharepoint.com/personal/ivanna_pitanga_bayer_com/Documents/Atividades%20desenvolvidas/Investiga&#231;&#245;es/Ferro%20nos%20reatores/Ferro_reatore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bayergroup-my.sharepoint.com/personal/ivanna_pitanga_bayer_com/Documents/Atividades%20desenvolvidas/Investiga&#231;&#245;es/Ferro%20nos%20reatores/Ferro_reatore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bayergroup-my.sharepoint.com/personal/ivanna_pitanga_bayer_com/Documents/Atividades%20desenvolvidas/Investiga&#231;&#245;es/Ferro%20nos%20reatores/Ferro_reatore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bayergroup-my.sharepoint.com/personal/ivanna_pitanga_bayer_com/Documents/Atividades%20desenvolvidas/Investiga&#231;&#245;es/Ferro%20nos%20reatores/Ferro_reatores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bayergroup-my.sharepoint.com/personal/ivanna_pitanga_bayer_com/Documents/Atividades%20desenvolvidas/Investiga&#231;&#245;es/Ferro%20nos%20reatores/Ferro_reatores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bayergroup-my.sharepoint.com/personal/ivanna_pitanga_bayer_com/Documents/Atividades%20desenvolvidas/Investiga&#231;&#245;es/Ferro%20nos%20reatores/Ferro_reatores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https://bayergroup-my.sharepoint.com/personal/ivanna_pitanga_bayer_com/Documents/Atividades%20desenvolvidas/Investiga&#231;&#245;es/Ferro%20nos%20reatores/Ferro_reatores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https://bayergroup-my.sharepoint.com/personal/ivanna_pitanga_bayer_com/Documents/Atividades%20desenvolvidas/Investiga&#231;&#245;es/Ferro%20nos%20reatores/Ferro_reatores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https://bayergroup-my.sharepoint.com/personal/ivanna_pitanga_bayer_com/Documents/Atividades%20desenvolvidas/Investiga&#231;&#245;es/Ferro%20nos%20reatores/Ferro_reatores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https://bayergroup-my.sharepoint.com/personal/ivanna_pitanga_bayer_com/Documents/Atividades%20desenvolvidas/Investiga&#231;&#245;es/Ferro%20nos%20reatores/Ferro_reatores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https://bayergroup-my.sharepoint.com/personal/ivanna_pitanga_bayer_com/Documents/Atividades%20desenvolvidas/Investiga&#231;&#245;es/Ferro%20nos%20reatores/Ferro_reatores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https://bayergroup-my.sharepoint.com/personal/ivanna_pitanga_bayer_com/Documents/Atividades%20desenvolvidas/Investiga&#231;&#245;es/Ferro%20nos%20reatores/Ferro_reatores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pt-BR" b="1"/>
              <a:t>Perfil de ferro no Reator#1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ysClr val="windowText" lastClr="000000">
                    <a:lumMod val="65000"/>
                    <a:lumOff val="35000"/>
                  </a:sysClr>
                </a:solidFill>
              </a:defRPr>
            </a:pPr>
            <a:r>
              <a:rPr lang="pt-BR" sz="1100"/>
              <a:t>Evento: 22/02/2017</a:t>
            </a:r>
            <a:r>
              <a:rPr lang="pt-BR" sz="1100">
                <a:solidFill>
                  <a:schemeClr val="bg2">
                    <a:lumMod val="25000"/>
                  </a:schemeClr>
                </a:solidFill>
              </a:rPr>
              <a:t>. </a:t>
            </a:r>
            <a:r>
              <a:rPr lang="pt-BR" sz="1100" b="0" i="0" u="none" strike="noStrike" dirty="0">
                <a:solidFill>
                  <a:srgbClr val="595959"/>
                </a:solidFill>
                <a:effectLst/>
              </a:rPr>
              <a:t>Falha no reparo DN12'' com vazamento externo. Instalada luva de vidro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400" b="0" i="0" u="none" strike="noStrike" kern="1200" spc="0" baseline="0">
              <a:solidFill>
                <a:sysClr val="windowText" lastClr="000000">
                  <a:lumMod val="65000"/>
                  <a:lumOff val="35000"/>
                </a:sys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Planilha1!$C$1</c:f>
              <c:strCache>
                <c:ptCount val="1"/>
                <c:pt idx="0">
                  <c:v>Ferro</c:v>
                </c:pt>
              </c:strCache>
            </c:strRef>
          </c:tx>
          <c:spPr>
            <a:ln w="28575" cap="rnd">
              <a:solidFill>
                <a:schemeClr val="tx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tx2"/>
                </a:solidFill>
              </a:ln>
              <a:effectLst/>
            </c:spPr>
          </c:marker>
          <c:cat>
            <c:numRef>
              <c:f>Planilha1!$B$225:$B$267</c:f>
              <c:numCache>
                <c:formatCode>m/d/yyyy\ h:mm</c:formatCode>
                <c:ptCount val="43"/>
                <c:pt idx="0">
                  <c:v>42781.121944444443</c:v>
                </c:pt>
                <c:pt idx="1">
                  <c:v>42781.324247685188</c:v>
                </c:pt>
                <c:pt idx="2">
                  <c:v>42781.330347222225</c:v>
                </c:pt>
                <c:pt idx="3">
                  <c:v>42781.446400462963</c:v>
                </c:pt>
                <c:pt idx="4">
                  <c:v>42781.628101851849</c:v>
                </c:pt>
                <c:pt idx="5">
                  <c:v>42781.799189814818</c:v>
                </c:pt>
                <c:pt idx="6">
                  <c:v>42782.149270833332</c:v>
                </c:pt>
                <c:pt idx="7">
                  <c:v>42782.233611111114</c:v>
                </c:pt>
                <c:pt idx="8">
                  <c:v>42782.491249999999</c:v>
                </c:pt>
                <c:pt idx="9">
                  <c:v>42782.578032407408</c:v>
                </c:pt>
                <c:pt idx="10">
                  <c:v>42783.099675925929</c:v>
                </c:pt>
                <c:pt idx="11">
                  <c:v>42783.303437499999</c:v>
                </c:pt>
                <c:pt idx="12">
                  <c:v>42783.469201388885</c:v>
                </c:pt>
                <c:pt idx="13">
                  <c:v>42783.47142361111</c:v>
                </c:pt>
                <c:pt idx="14">
                  <c:v>42783.668854166666</c:v>
                </c:pt>
                <c:pt idx="15">
                  <c:v>42783.842372685183</c:v>
                </c:pt>
                <c:pt idx="16">
                  <c:v>42783.845868055556</c:v>
                </c:pt>
                <c:pt idx="17">
                  <c:v>42784.102303240739</c:v>
                </c:pt>
                <c:pt idx="18">
                  <c:v>42784.475648148145</c:v>
                </c:pt>
                <c:pt idx="19">
                  <c:v>42784.607557870368</c:v>
                </c:pt>
                <c:pt idx="20">
                  <c:v>42784.759375000001</c:v>
                </c:pt>
                <c:pt idx="21">
                  <c:v>42784.999791666669</c:v>
                </c:pt>
                <c:pt idx="22">
                  <c:v>42785.103263888886</c:v>
                </c:pt>
                <c:pt idx="23">
                  <c:v>42785.205682870372</c:v>
                </c:pt>
                <c:pt idx="24">
                  <c:v>42785.432106481479</c:v>
                </c:pt>
                <c:pt idx="25">
                  <c:v>42785.432766203703</c:v>
                </c:pt>
                <c:pt idx="26">
                  <c:v>42785.813472222224</c:v>
                </c:pt>
                <c:pt idx="27">
                  <c:v>42786.091643518521</c:v>
                </c:pt>
                <c:pt idx="28">
                  <c:v>42786.29546296296</c:v>
                </c:pt>
                <c:pt idx="29">
                  <c:v>42786.433923611112</c:v>
                </c:pt>
                <c:pt idx="30">
                  <c:v>42786.588252314818</c:v>
                </c:pt>
                <c:pt idx="31">
                  <c:v>42786.952939814815</c:v>
                </c:pt>
                <c:pt idx="32">
                  <c:v>42787.103796296295</c:v>
                </c:pt>
                <c:pt idx="33">
                  <c:v>42787.104398148149</c:v>
                </c:pt>
                <c:pt idx="34">
                  <c:v>42787.442719907405</c:v>
                </c:pt>
                <c:pt idx="35">
                  <c:v>42787.552812499998</c:v>
                </c:pt>
                <c:pt idx="36">
                  <c:v>42787.774247685185</c:v>
                </c:pt>
                <c:pt idx="37">
                  <c:v>42787.882488425923</c:v>
                </c:pt>
                <c:pt idx="38">
                  <c:v>42788.109942129631</c:v>
                </c:pt>
                <c:pt idx="39">
                  <c:v>42788.228483796294</c:v>
                </c:pt>
                <c:pt idx="40">
                  <c:v>42788.473611111112</c:v>
                </c:pt>
                <c:pt idx="41">
                  <c:v>42788.474606481483</c:v>
                </c:pt>
                <c:pt idx="42">
                  <c:v>42788.769479166665</c:v>
                </c:pt>
              </c:numCache>
            </c:numRef>
          </c:cat>
          <c:val>
            <c:numRef>
              <c:f>Planilha1!$C$225:$C$267</c:f>
              <c:numCache>
                <c:formatCode>General</c:formatCode>
                <c:ptCount val="43"/>
                <c:pt idx="0">
                  <c:v>2.9</c:v>
                </c:pt>
                <c:pt idx="1">
                  <c:v>3.2</c:v>
                </c:pt>
                <c:pt idx="2">
                  <c:v>3.1</c:v>
                </c:pt>
                <c:pt idx="3">
                  <c:v>2.1</c:v>
                </c:pt>
                <c:pt idx="4">
                  <c:v>2.2000000000000002</c:v>
                </c:pt>
                <c:pt idx="5">
                  <c:v>2.1</c:v>
                </c:pt>
                <c:pt idx="6">
                  <c:v>1.5</c:v>
                </c:pt>
                <c:pt idx="7">
                  <c:v>2.1</c:v>
                </c:pt>
                <c:pt idx="8">
                  <c:v>2.2999999999999998</c:v>
                </c:pt>
                <c:pt idx="9">
                  <c:v>3.8</c:v>
                </c:pt>
                <c:pt idx="10">
                  <c:v>2.1</c:v>
                </c:pt>
                <c:pt idx="11">
                  <c:v>2.5</c:v>
                </c:pt>
                <c:pt idx="12">
                  <c:v>2.2000000000000002</c:v>
                </c:pt>
                <c:pt idx="13">
                  <c:v>2</c:v>
                </c:pt>
                <c:pt idx="14">
                  <c:v>2</c:v>
                </c:pt>
                <c:pt idx="15">
                  <c:v>2.6</c:v>
                </c:pt>
                <c:pt idx="16">
                  <c:v>1.7</c:v>
                </c:pt>
                <c:pt idx="17">
                  <c:v>4.5</c:v>
                </c:pt>
                <c:pt idx="18">
                  <c:v>2.7</c:v>
                </c:pt>
                <c:pt idx="19">
                  <c:v>4</c:v>
                </c:pt>
                <c:pt idx="20">
                  <c:v>4.0999999999999996</c:v>
                </c:pt>
                <c:pt idx="21">
                  <c:v>2.2000000000000002</c:v>
                </c:pt>
                <c:pt idx="22">
                  <c:v>2.2000000000000002</c:v>
                </c:pt>
                <c:pt idx="23">
                  <c:v>2.1</c:v>
                </c:pt>
                <c:pt idx="24">
                  <c:v>2.2999999999999998</c:v>
                </c:pt>
                <c:pt idx="25">
                  <c:v>2.1</c:v>
                </c:pt>
                <c:pt idx="26">
                  <c:v>2.2999999999999998</c:v>
                </c:pt>
                <c:pt idx="27">
                  <c:v>2.2000000000000002</c:v>
                </c:pt>
                <c:pt idx="28">
                  <c:v>2.9</c:v>
                </c:pt>
                <c:pt idx="29">
                  <c:v>2.2000000000000002</c:v>
                </c:pt>
                <c:pt idx="30">
                  <c:v>2.4</c:v>
                </c:pt>
                <c:pt idx="31">
                  <c:v>2.4</c:v>
                </c:pt>
                <c:pt idx="32">
                  <c:v>2</c:v>
                </c:pt>
                <c:pt idx="33">
                  <c:v>2.6</c:v>
                </c:pt>
                <c:pt idx="34">
                  <c:v>2</c:v>
                </c:pt>
                <c:pt idx="35">
                  <c:v>2.5</c:v>
                </c:pt>
                <c:pt idx="36">
                  <c:v>2.5</c:v>
                </c:pt>
                <c:pt idx="37">
                  <c:v>2.2000000000000002</c:v>
                </c:pt>
                <c:pt idx="38">
                  <c:v>2.2999999999999998</c:v>
                </c:pt>
                <c:pt idx="39">
                  <c:v>2.2999999999999998</c:v>
                </c:pt>
                <c:pt idx="40">
                  <c:v>2</c:v>
                </c:pt>
                <c:pt idx="41">
                  <c:v>2.2999999999999998</c:v>
                </c:pt>
                <c:pt idx="42">
                  <c:v>2.9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B32-428D-8FC6-8152AFD73E94}"/>
            </c:ext>
          </c:extLst>
        </c:ser>
        <c:ser>
          <c:idx val="1"/>
          <c:order val="1"/>
          <c:tx>
            <c:strRef>
              <c:f>Planilha1!$D$1</c:f>
              <c:strCache>
                <c:ptCount val="1"/>
                <c:pt idx="0">
                  <c:v>Limite superior de ferro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Planilha1!$B$225:$B$267</c:f>
              <c:numCache>
                <c:formatCode>m/d/yyyy\ h:mm</c:formatCode>
                <c:ptCount val="43"/>
                <c:pt idx="0">
                  <c:v>42781.121944444443</c:v>
                </c:pt>
                <c:pt idx="1">
                  <c:v>42781.324247685188</c:v>
                </c:pt>
                <c:pt idx="2">
                  <c:v>42781.330347222225</c:v>
                </c:pt>
                <c:pt idx="3">
                  <c:v>42781.446400462963</c:v>
                </c:pt>
                <c:pt idx="4">
                  <c:v>42781.628101851849</c:v>
                </c:pt>
                <c:pt idx="5">
                  <c:v>42781.799189814818</c:v>
                </c:pt>
                <c:pt idx="6">
                  <c:v>42782.149270833332</c:v>
                </c:pt>
                <c:pt idx="7">
                  <c:v>42782.233611111114</c:v>
                </c:pt>
                <c:pt idx="8">
                  <c:v>42782.491249999999</c:v>
                </c:pt>
                <c:pt idx="9">
                  <c:v>42782.578032407408</c:v>
                </c:pt>
                <c:pt idx="10">
                  <c:v>42783.099675925929</c:v>
                </c:pt>
                <c:pt idx="11">
                  <c:v>42783.303437499999</c:v>
                </c:pt>
                <c:pt idx="12">
                  <c:v>42783.469201388885</c:v>
                </c:pt>
                <c:pt idx="13">
                  <c:v>42783.47142361111</c:v>
                </c:pt>
                <c:pt idx="14">
                  <c:v>42783.668854166666</c:v>
                </c:pt>
                <c:pt idx="15">
                  <c:v>42783.842372685183</c:v>
                </c:pt>
                <c:pt idx="16">
                  <c:v>42783.845868055556</c:v>
                </c:pt>
                <c:pt idx="17">
                  <c:v>42784.102303240739</c:v>
                </c:pt>
                <c:pt idx="18">
                  <c:v>42784.475648148145</c:v>
                </c:pt>
                <c:pt idx="19">
                  <c:v>42784.607557870368</c:v>
                </c:pt>
                <c:pt idx="20">
                  <c:v>42784.759375000001</c:v>
                </c:pt>
                <c:pt idx="21">
                  <c:v>42784.999791666669</c:v>
                </c:pt>
                <c:pt idx="22">
                  <c:v>42785.103263888886</c:v>
                </c:pt>
                <c:pt idx="23">
                  <c:v>42785.205682870372</c:v>
                </c:pt>
                <c:pt idx="24">
                  <c:v>42785.432106481479</c:v>
                </c:pt>
                <c:pt idx="25">
                  <c:v>42785.432766203703</c:v>
                </c:pt>
                <c:pt idx="26">
                  <c:v>42785.813472222224</c:v>
                </c:pt>
                <c:pt idx="27">
                  <c:v>42786.091643518521</c:v>
                </c:pt>
                <c:pt idx="28">
                  <c:v>42786.29546296296</c:v>
                </c:pt>
                <c:pt idx="29">
                  <c:v>42786.433923611112</c:v>
                </c:pt>
                <c:pt idx="30">
                  <c:v>42786.588252314818</c:v>
                </c:pt>
                <c:pt idx="31">
                  <c:v>42786.952939814815</c:v>
                </c:pt>
                <c:pt idx="32">
                  <c:v>42787.103796296295</c:v>
                </c:pt>
                <c:pt idx="33">
                  <c:v>42787.104398148149</c:v>
                </c:pt>
                <c:pt idx="34">
                  <c:v>42787.442719907405</c:v>
                </c:pt>
                <c:pt idx="35">
                  <c:v>42787.552812499998</c:v>
                </c:pt>
                <c:pt idx="36">
                  <c:v>42787.774247685185</c:v>
                </c:pt>
                <c:pt idx="37">
                  <c:v>42787.882488425923</c:v>
                </c:pt>
                <c:pt idx="38">
                  <c:v>42788.109942129631</c:v>
                </c:pt>
                <c:pt idx="39">
                  <c:v>42788.228483796294</c:v>
                </c:pt>
                <c:pt idx="40">
                  <c:v>42788.473611111112</c:v>
                </c:pt>
                <c:pt idx="41">
                  <c:v>42788.474606481483</c:v>
                </c:pt>
                <c:pt idx="42">
                  <c:v>42788.769479166665</c:v>
                </c:pt>
              </c:numCache>
            </c:numRef>
          </c:cat>
          <c:val>
            <c:numRef>
              <c:f>Planilha1!$D$225:$D$267</c:f>
              <c:numCache>
                <c:formatCode>General</c:formatCode>
                <c:ptCount val="43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  <c:pt idx="7">
                  <c:v>5</c:v>
                </c:pt>
                <c:pt idx="8">
                  <c:v>5</c:v>
                </c:pt>
                <c:pt idx="9">
                  <c:v>5</c:v>
                </c:pt>
                <c:pt idx="10">
                  <c:v>5</c:v>
                </c:pt>
                <c:pt idx="11">
                  <c:v>5</c:v>
                </c:pt>
                <c:pt idx="12">
                  <c:v>5</c:v>
                </c:pt>
                <c:pt idx="13">
                  <c:v>5</c:v>
                </c:pt>
                <c:pt idx="14">
                  <c:v>5</c:v>
                </c:pt>
                <c:pt idx="15">
                  <c:v>5</c:v>
                </c:pt>
                <c:pt idx="16">
                  <c:v>5</c:v>
                </c:pt>
                <c:pt idx="17">
                  <c:v>5</c:v>
                </c:pt>
                <c:pt idx="18">
                  <c:v>5</c:v>
                </c:pt>
                <c:pt idx="19">
                  <c:v>5</c:v>
                </c:pt>
                <c:pt idx="20">
                  <c:v>5</c:v>
                </c:pt>
                <c:pt idx="21">
                  <c:v>5</c:v>
                </c:pt>
                <c:pt idx="22">
                  <c:v>5</c:v>
                </c:pt>
                <c:pt idx="23">
                  <c:v>5</c:v>
                </c:pt>
                <c:pt idx="24">
                  <c:v>5</c:v>
                </c:pt>
                <c:pt idx="25">
                  <c:v>5</c:v>
                </c:pt>
                <c:pt idx="26">
                  <c:v>5</c:v>
                </c:pt>
                <c:pt idx="27">
                  <c:v>5</c:v>
                </c:pt>
                <c:pt idx="28">
                  <c:v>5</c:v>
                </c:pt>
                <c:pt idx="29">
                  <c:v>5</c:v>
                </c:pt>
                <c:pt idx="30">
                  <c:v>5</c:v>
                </c:pt>
                <c:pt idx="31">
                  <c:v>5</c:v>
                </c:pt>
                <c:pt idx="32">
                  <c:v>5</c:v>
                </c:pt>
                <c:pt idx="33">
                  <c:v>5</c:v>
                </c:pt>
                <c:pt idx="34">
                  <c:v>5</c:v>
                </c:pt>
                <c:pt idx="35">
                  <c:v>5</c:v>
                </c:pt>
                <c:pt idx="36">
                  <c:v>5</c:v>
                </c:pt>
                <c:pt idx="37">
                  <c:v>5</c:v>
                </c:pt>
                <c:pt idx="38">
                  <c:v>5</c:v>
                </c:pt>
                <c:pt idx="39">
                  <c:v>5</c:v>
                </c:pt>
                <c:pt idx="40">
                  <c:v>5</c:v>
                </c:pt>
                <c:pt idx="41">
                  <c:v>5</c:v>
                </c:pt>
                <c:pt idx="42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B32-428D-8FC6-8152AFD73E9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1045743"/>
        <c:axId val="2111059663"/>
      </c:lineChart>
      <c:catAx>
        <c:axId val="211104574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pt-BR"/>
                  <a:t>Data</a:t>
                </a:r>
                <a:r>
                  <a:rPr lang="pt-BR" baseline="0"/>
                  <a:t> da amostra</a:t>
                </a:r>
                <a:endParaRPr lang="pt-BR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pt-BR"/>
            </a:p>
          </c:txPr>
        </c:title>
        <c:numFmt formatCode="m/d/yyyy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2111059663"/>
        <c:crosses val="autoZero"/>
        <c:auto val="0"/>
        <c:lblAlgn val="ctr"/>
        <c:lblOffset val="100"/>
        <c:noMultiLvlLbl val="0"/>
      </c:catAx>
      <c:valAx>
        <c:axId val="21110596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pt-BR"/>
                  <a:t>ppm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pt-B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21110457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Arial" panose="020B0604020202020204" pitchFamily="34" charset="0"/>
          <a:cs typeface="Arial" panose="020B0604020202020204" pitchFamily="34" charset="0"/>
        </a:defRPr>
      </a:pPr>
      <a:endParaRPr lang="pt-B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pt-BR" b="1"/>
              <a:t>Perfil de ferro no Reator#1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ysClr val="windowText" lastClr="000000">
                    <a:lumMod val="65000"/>
                    <a:lumOff val="35000"/>
                  </a:sysClr>
                </a:solidFill>
              </a:defRPr>
            </a:pPr>
            <a:r>
              <a:rPr lang="pt-BR" sz="1100"/>
              <a:t>Evento: 18/07/2017</a:t>
            </a:r>
            <a:r>
              <a:rPr lang="pt-BR" sz="1100">
                <a:solidFill>
                  <a:schemeClr val="bg2">
                    <a:lumMod val="25000"/>
                  </a:schemeClr>
                </a:solidFill>
              </a:rPr>
              <a:t>. </a:t>
            </a:r>
            <a:r>
              <a:rPr lang="pt-BR" sz="1100" b="0" i="0" u="none" strike="noStrike" dirty="0">
                <a:solidFill>
                  <a:srgbClr val="595959"/>
                </a:solidFill>
                <a:effectLst/>
              </a:rPr>
              <a:t>Troca do reator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400" b="0" i="0" u="none" strike="noStrike" kern="1200" spc="0" baseline="0">
              <a:solidFill>
                <a:sysClr val="windowText" lastClr="000000">
                  <a:lumMod val="65000"/>
                  <a:lumOff val="35000"/>
                </a:sys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Planilha1!$C$1</c:f>
              <c:strCache>
                <c:ptCount val="1"/>
                <c:pt idx="0">
                  <c:v>Ferro</c:v>
                </c:pt>
              </c:strCache>
            </c:strRef>
          </c:tx>
          <c:spPr>
            <a:ln w="28575" cap="rnd">
              <a:solidFill>
                <a:schemeClr val="tx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tx2"/>
                </a:solidFill>
              </a:ln>
              <a:effectLst/>
            </c:spPr>
          </c:marker>
          <c:cat>
            <c:numRef>
              <c:f>Planilha1!$B$268:$B$286</c:f>
              <c:numCache>
                <c:formatCode>m/d/yyyy\ h:mm</c:formatCode>
                <c:ptCount val="19"/>
                <c:pt idx="0">
                  <c:v>42930.472604166665</c:v>
                </c:pt>
                <c:pt idx="1">
                  <c:v>42930.698541666665</c:v>
                </c:pt>
                <c:pt idx="2">
                  <c:v>42930.81627314815</c:v>
                </c:pt>
                <c:pt idx="3">
                  <c:v>42931.124826388892</c:v>
                </c:pt>
                <c:pt idx="4">
                  <c:v>42931.271956018521</c:v>
                </c:pt>
                <c:pt idx="5">
                  <c:v>42931.443842592591</c:v>
                </c:pt>
                <c:pt idx="6">
                  <c:v>42931.510324074072</c:v>
                </c:pt>
                <c:pt idx="7">
                  <c:v>42931.7344212963</c:v>
                </c:pt>
                <c:pt idx="8">
                  <c:v>42931.800671296296</c:v>
                </c:pt>
                <c:pt idx="9">
                  <c:v>42932.105891203704</c:v>
                </c:pt>
                <c:pt idx="10">
                  <c:v>42932.191203703704</c:v>
                </c:pt>
                <c:pt idx="11">
                  <c:v>42932.480879629627</c:v>
                </c:pt>
                <c:pt idx="12">
                  <c:v>42932.67391203704</c:v>
                </c:pt>
                <c:pt idx="13">
                  <c:v>42932.918842592589</c:v>
                </c:pt>
                <c:pt idx="14">
                  <c:v>42933.113020833334</c:v>
                </c:pt>
                <c:pt idx="15">
                  <c:v>42933.214074074072</c:v>
                </c:pt>
                <c:pt idx="16">
                  <c:v>42933.461354166669</c:v>
                </c:pt>
                <c:pt idx="17">
                  <c:v>42933.562164351853</c:v>
                </c:pt>
                <c:pt idx="18">
                  <c:v>42933.776921296296</c:v>
                </c:pt>
              </c:numCache>
            </c:numRef>
          </c:cat>
          <c:val>
            <c:numRef>
              <c:f>Planilha1!$C$268:$C$286</c:f>
              <c:numCache>
                <c:formatCode>General</c:formatCode>
                <c:ptCount val="19"/>
                <c:pt idx="0">
                  <c:v>2.5</c:v>
                </c:pt>
                <c:pt idx="1">
                  <c:v>2.9</c:v>
                </c:pt>
                <c:pt idx="2">
                  <c:v>3</c:v>
                </c:pt>
                <c:pt idx="3">
                  <c:v>1.4</c:v>
                </c:pt>
                <c:pt idx="4">
                  <c:v>2.6</c:v>
                </c:pt>
                <c:pt idx="5">
                  <c:v>3.5</c:v>
                </c:pt>
                <c:pt idx="6">
                  <c:v>1.9</c:v>
                </c:pt>
                <c:pt idx="7">
                  <c:v>3.4</c:v>
                </c:pt>
                <c:pt idx="8">
                  <c:v>3.8</c:v>
                </c:pt>
                <c:pt idx="9">
                  <c:v>1.7</c:v>
                </c:pt>
                <c:pt idx="10">
                  <c:v>2.9</c:v>
                </c:pt>
                <c:pt idx="11">
                  <c:v>3.1</c:v>
                </c:pt>
                <c:pt idx="12">
                  <c:v>3</c:v>
                </c:pt>
                <c:pt idx="13">
                  <c:v>3</c:v>
                </c:pt>
                <c:pt idx="14">
                  <c:v>3.2</c:v>
                </c:pt>
                <c:pt idx="15">
                  <c:v>2.7</c:v>
                </c:pt>
                <c:pt idx="16">
                  <c:v>3.4</c:v>
                </c:pt>
                <c:pt idx="17">
                  <c:v>1.5</c:v>
                </c:pt>
                <c:pt idx="18">
                  <c:v>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B94-41DD-9EB2-55B3CF13C79F}"/>
            </c:ext>
          </c:extLst>
        </c:ser>
        <c:ser>
          <c:idx val="1"/>
          <c:order val="1"/>
          <c:tx>
            <c:strRef>
              <c:f>Planilha1!$D$1</c:f>
              <c:strCache>
                <c:ptCount val="1"/>
                <c:pt idx="0">
                  <c:v>Limite superior de ferro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Planilha1!$B$268:$B$286</c:f>
              <c:numCache>
                <c:formatCode>m/d/yyyy\ h:mm</c:formatCode>
                <c:ptCount val="19"/>
                <c:pt idx="0">
                  <c:v>42930.472604166665</c:v>
                </c:pt>
                <c:pt idx="1">
                  <c:v>42930.698541666665</c:v>
                </c:pt>
                <c:pt idx="2">
                  <c:v>42930.81627314815</c:v>
                </c:pt>
                <c:pt idx="3">
                  <c:v>42931.124826388892</c:v>
                </c:pt>
                <c:pt idx="4">
                  <c:v>42931.271956018521</c:v>
                </c:pt>
                <c:pt idx="5">
                  <c:v>42931.443842592591</c:v>
                </c:pt>
                <c:pt idx="6">
                  <c:v>42931.510324074072</c:v>
                </c:pt>
                <c:pt idx="7">
                  <c:v>42931.7344212963</c:v>
                </c:pt>
                <c:pt idx="8">
                  <c:v>42931.800671296296</c:v>
                </c:pt>
                <c:pt idx="9">
                  <c:v>42932.105891203704</c:v>
                </c:pt>
                <c:pt idx="10">
                  <c:v>42932.191203703704</c:v>
                </c:pt>
                <c:pt idx="11">
                  <c:v>42932.480879629627</c:v>
                </c:pt>
                <c:pt idx="12">
                  <c:v>42932.67391203704</c:v>
                </c:pt>
                <c:pt idx="13">
                  <c:v>42932.918842592589</c:v>
                </c:pt>
                <c:pt idx="14">
                  <c:v>42933.113020833334</c:v>
                </c:pt>
                <c:pt idx="15">
                  <c:v>42933.214074074072</c:v>
                </c:pt>
                <c:pt idx="16">
                  <c:v>42933.461354166669</c:v>
                </c:pt>
                <c:pt idx="17">
                  <c:v>42933.562164351853</c:v>
                </c:pt>
                <c:pt idx="18">
                  <c:v>42933.776921296296</c:v>
                </c:pt>
              </c:numCache>
            </c:numRef>
          </c:cat>
          <c:val>
            <c:numRef>
              <c:f>Planilha1!$D$268:$D$286</c:f>
              <c:numCache>
                <c:formatCode>General</c:formatCode>
                <c:ptCount val="19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  <c:pt idx="7">
                  <c:v>5</c:v>
                </c:pt>
                <c:pt idx="8">
                  <c:v>5</c:v>
                </c:pt>
                <c:pt idx="9">
                  <c:v>5</c:v>
                </c:pt>
                <c:pt idx="10">
                  <c:v>5</c:v>
                </c:pt>
                <c:pt idx="11">
                  <c:v>5</c:v>
                </c:pt>
                <c:pt idx="12">
                  <c:v>5</c:v>
                </c:pt>
                <c:pt idx="13">
                  <c:v>5</c:v>
                </c:pt>
                <c:pt idx="14">
                  <c:v>5</c:v>
                </c:pt>
                <c:pt idx="15">
                  <c:v>5</c:v>
                </c:pt>
                <c:pt idx="16">
                  <c:v>5</c:v>
                </c:pt>
                <c:pt idx="17">
                  <c:v>5</c:v>
                </c:pt>
                <c:pt idx="18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B94-41DD-9EB2-55B3CF13C7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1045743"/>
        <c:axId val="2111059663"/>
      </c:lineChart>
      <c:catAx>
        <c:axId val="211104574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pt-BR"/>
                  <a:t>Data</a:t>
                </a:r>
                <a:r>
                  <a:rPr lang="pt-BR" baseline="0"/>
                  <a:t> da amostra</a:t>
                </a:r>
                <a:endParaRPr lang="pt-BR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pt-BR"/>
            </a:p>
          </c:txPr>
        </c:title>
        <c:numFmt formatCode="m/d/yyyy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2111059663"/>
        <c:crosses val="autoZero"/>
        <c:auto val="0"/>
        <c:lblAlgn val="ctr"/>
        <c:lblOffset val="100"/>
        <c:noMultiLvlLbl val="0"/>
      </c:catAx>
      <c:valAx>
        <c:axId val="21110596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pt-BR"/>
                  <a:t>ppm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pt-B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21110457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Arial" panose="020B0604020202020204" pitchFamily="34" charset="0"/>
          <a:cs typeface="Arial" panose="020B0604020202020204" pitchFamily="34" charset="0"/>
        </a:defRPr>
      </a:pPr>
      <a:endParaRPr lang="pt-B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pt-BR" b="1"/>
              <a:t>Perfil de ferro no Reator#1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ysClr val="windowText" lastClr="000000">
                    <a:lumMod val="65000"/>
                    <a:lumOff val="35000"/>
                  </a:sysClr>
                </a:solidFill>
              </a:defRPr>
            </a:pPr>
            <a:r>
              <a:rPr lang="pt-BR" sz="1100"/>
              <a:t>Evento: 26/11/2017</a:t>
            </a:r>
            <a:r>
              <a:rPr lang="pt-BR" sz="1100">
                <a:solidFill>
                  <a:schemeClr val="bg2">
                    <a:lumMod val="25000"/>
                  </a:schemeClr>
                </a:solidFill>
              </a:rPr>
              <a:t>. Substituição da BV devido falha</a:t>
            </a:r>
            <a:endParaRPr lang="pt-BR" sz="1100" b="0" i="0" u="none" strike="noStrike" dirty="0">
              <a:solidFill>
                <a:srgbClr val="595959"/>
              </a:solidFill>
              <a:effectLst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400" b="0" i="0" u="none" strike="noStrike" kern="1200" spc="0" baseline="0">
              <a:solidFill>
                <a:sysClr val="windowText" lastClr="000000">
                  <a:lumMod val="65000"/>
                  <a:lumOff val="35000"/>
                </a:sys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Planilha1!$C$1</c:f>
              <c:strCache>
                <c:ptCount val="1"/>
                <c:pt idx="0">
                  <c:v>Ferro</c:v>
                </c:pt>
              </c:strCache>
            </c:strRef>
          </c:tx>
          <c:spPr>
            <a:ln w="28575" cap="rnd">
              <a:solidFill>
                <a:schemeClr val="tx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tx2"/>
                </a:solidFill>
              </a:ln>
              <a:effectLst/>
            </c:spPr>
          </c:marker>
          <c:cat>
            <c:numRef>
              <c:f>Planilha1!$B$287:$B$317</c:f>
              <c:numCache>
                <c:formatCode>m/d/yyyy\ h:mm</c:formatCode>
                <c:ptCount val="31"/>
                <c:pt idx="0">
                  <c:v>43058.1015162037</c:v>
                </c:pt>
                <c:pt idx="1">
                  <c:v>43058.225787037038</c:v>
                </c:pt>
                <c:pt idx="2">
                  <c:v>43058.423298611109</c:v>
                </c:pt>
                <c:pt idx="3">
                  <c:v>43058.510972222219</c:v>
                </c:pt>
                <c:pt idx="4">
                  <c:v>43058.79042824074</c:v>
                </c:pt>
                <c:pt idx="5">
                  <c:v>43059.109537037039</c:v>
                </c:pt>
                <c:pt idx="6">
                  <c:v>43059.227083333331</c:v>
                </c:pt>
                <c:pt idx="7">
                  <c:v>43059.357881944445</c:v>
                </c:pt>
                <c:pt idx="8">
                  <c:v>43059.474027777775</c:v>
                </c:pt>
                <c:pt idx="9">
                  <c:v>43059.635833333334</c:v>
                </c:pt>
                <c:pt idx="10">
                  <c:v>43059.78837962963</c:v>
                </c:pt>
                <c:pt idx="11">
                  <c:v>43060.128946759258</c:v>
                </c:pt>
                <c:pt idx="12">
                  <c:v>43060.360138888886</c:v>
                </c:pt>
                <c:pt idx="13">
                  <c:v>43060.499965277777</c:v>
                </c:pt>
                <c:pt idx="14">
                  <c:v>43060.502592592595</c:v>
                </c:pt>
                <c:pt idx="15">
                  <c:v>43060.887083333335</c:v>
                </c:pt>
                <c:pt idx="16">
                  <c:v>43061.102349537039</c:v>
                </c:pt>
                <c:pt idx="17">
                  <c:v>43061.107916666668</c:v>
                </c:pt>
                <c:pt idx="18">
                  <c:v>43061.477465277778</c:v>
                </c:pt>
                <c:pt idx="19">
                  <c:v>43061.478298611109</c:v>
                </c:pt>
                <c:pt idx="20">
                  <c:v>43061.75472222222</c:v>
                </c:pt>
                <c:pt idx="21">
                  <c:v>43062.055254629631</c:v>
                </c:pt>
                <c:pt idx="22">
                  <c:v>43062.11451388889</c:v>
                </c:pt>
                <c:pt idx="23">
                  <c:v>43062.487164351849</c:v>
                </c:pt>
                <c:pt idx="24">
                  <c:v>43062.490879629629</c:v>
                </c:pt>
                <c:pt idx="25">
                  <c:v>43062.632048611114</c:v>
                </c:pt>
                <c:pt idx="26">
                  <c:v>43064.367465277777</c:v>
                </c:pt>
                <c:pt idx="27">
                  <c:v>43064.432291666664</c:v>
                </c:pt>
                <c:pt idx="28">
                  <c:v>43065.359942129631</c:v>
                </c:pt>
                <c:pt idx="29">
                  <c:v>43065.455706018518</c:v>
                </c:pt>
                <c:pt idx="30">
                  <c:v>43065.481712962966</c:v>
                </c:pt>
              </c:numCache>
            </c:numRef>
          </c:cat>
          <c:val>
            <c:numRef>
              <c:f>Planilha1!$C$287:$C$317</c:f>
              <c:numCache>
                <c:formatCode>General</c:formatCode>
                <c:ptCount val="31"/>
                <c:pt idx="0">
                  <c:v>2.8</c:v>
                </c:pt>
                <c:pt idx="1">
                  <c:v>0.1</c:v>
                </c:pt>
                <c:pt idx="2">
                  <c:v>3.6</c:v>
                </c:pt>
                <c:pt idx="3">
                  <c:v>3.2</c:v>
                </c:pt>
                <c:pt idx="4">
                  <c:v>2.7</c:v>
                </c:pt>
                <c:pt idx="5">
                  <c:v>2.6</c:v>
                </c:pt>
                <c:pt idx="6">
                  <c:v>2.4</c:v>
                </c:pt>
                <c:pt idx="7">
                  <c:v>2.5</c:v>
                </c:pt>
                <c:pt idx="8">
                  <c:v>3.1</c:v>
                </c:pt>
                <c:pt idx="9">
                  <c:v>2.7</c:v>
                </c:pt>
                <c:pt idx="10">
                  <c:v>2.9</c:v>
                </c:pt>
                <c:pt idx="11">
                  <c:v>4.0999999999999996</c:v>
                </c:pt>
                <c:pt idx="12">
                  <c:v>3.1</c:v>
                </c:pt>
                <c:pt idx="13">
                  <c:v>3.5</c:v>
                </c:pt>
                <c:pt idx="14">
                  <c:v>3.8</c:v>
                </c:pt>
                <c:pt idx="15">
                  <c:v>4</c:v>
                </c:pt>
                <c:pt idx="16">
                  <c:v>4.3</c:v>
                </c:pt>
                <c:pt idx="17">
                  <c:v>2.8</c:v>
                </c:pt>
                <c:pt idx="18">
                  <c:v>3.3</c:v>
                </c:pt>
                <c:pt idx="19">
                  <c:v>3.4</c:v>
                </c:pt>
                <c:pt idx="20">
                  <c:v>3.6</c:v>
                </c:pt>
                <c:pt idx="21">
                  <c:v>4.2</c:v>
                </c:pt>
                <c:pt idx="22">
                  <c:v>3.8</c:v>
                </c:pt>
                <c:pt idx="23">
                  <c:v>3.8</c:v>
                </c:pt>
                <c:pt idx="24">
                  <c:v>4</c:v>
                </c:pt>
                <c:pt idx="25">
                  <c:v>2</c:v>
                </c:pt>
                <c:pt idx="26">
                  <c:v>2.5</c:v>
                </c:pt>
                <c:pt idx="27">
                  <c:v>2.8</c:v>
                </c:pt>
                <c:pt idx="28">
                  <c:v>2.9</c:v>
                </c:pt>
                <c:pt idx="29">
                  <c:v>2.8</c:v>
                </c:pt>
                <c:pt idx="30">
                  <c:v>2.7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5C3-448C-AD19-383543DC1AAD}"/>
            </c:ext>
          </c:extLst>
        </c:ser>
        <c:ser>
          <c:idx val="1"/>
          <c:order val="1"/>
          <c:tx>
            <c:strRef>
              <c:f>Planilha1!$D$1</c:f>
              <c:strCache>
                <c:ptCount val="1"/>
                <c:pt idx="0">
                  <c:v>Limite superior de ferro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Planilha1!$B$287:$B$317</c:f>
              <c:numCache>
                <c:formatCode>m/d/yyyy\ h:mm</c:formatCode>
                <c:ptCount val="31"/>
                <c:pt idx="0">
                  <c:v>43058.1015162037</c:v>
                </c:pt>
                <c:pt idx="1">
                  <c:v>43058.225787037038</c:v>
                </c:pt>
                <c:pt idx="2">
                  <c:v>43058.423298611109</c:v>
                </c:pt>
                <c:pt idx="3">
                  <c:v>43058.510972222219</c:v>
                </c:pt>
                <c:pt idx="4">
                  <c:v>43058.79042824074</c:v>
                </c:pt>
                <c:pt idx="5">
                  <c:v>43059.109537037039</c:v>
                </c:pt>
                <c:pt idx="6">
                  <c:v>43059.227083333331</c:v>
                </c:pt>
                <c:pt idx="7">
                  <c:v>43059.357881944445</c:v>
                </c:pt>
                <c:pt idx="8">
                  <c:v>43059.474027777775</c:v>
                </c:pt>
                <c:pt idx="9">
                  <c:v>43059.635833333334</c:v>
                </c:pt>
                <c:pt idx="10">
                  <c:v>43059.78837962963</c:v>
                </c:pt>
                <c:pt idx="11">
                  <c:v>43060.128946759258</c:v>
                </c:pt>
                <c:pt idx="12">
                  <c:v>43060.360138888886</c:v>
                </c:pt>
                <c:pt idx="13">
                  <c:v>43060.499965277777</c:v>
                </c:pt>
                <c:pt idx="14">
                  <c:v>43060.502592592595</c:v>
                </c:pt>
                <c:pt idx="15">
                  <c:v>43060.887083333335</c:v>
                </c:pt>
                <c:pt idx="16">
                  <c:v>43061.102349537039</c:v>
                </c:pt>
                <c:pt idx="17">
                  <c:v>43061.107916666668</c:v>
                </c:pt>
                <c:pt idx="18">
                  <c:v>43061.477465277778</c:v>
                </c:pt>
                <c:pt idx="19">
                  <c:v>43061.478298611109</c:v>
                </c:pt>
                <c:pt idx="20">
                  <c:v>43061.75472222222</c:v>
                </c:pt>
                <c:pt idx="21">
                  <c:v>43062.055254629631</c:v>
                </c:pt>
                <c:pt idx="22">
                  <c:v>43062.11451388889</c:v>
                </c:pt>
                <c:pt idx="23">
                  <c:v>43062.487164351849</c:v>
                </c:pt>
                <c:pt idx="24">
                  <c:v>43062.490879629629</c:v>
                </c:pt>
                <c:pt idx="25">
                  <c:v>43062.632048611114</c:v>
                </c:pt>
                <c:pt idx="26">
                  <c:v>43064.367465277777</c:v>
                </c:pt>
                <c:pt idx="27">
                  <c:v>43064.432291666664</c:v>
                </c:pt>
                <c:pt idx="28">
                  <c:v>43065.359942129631</c:v>
                </c:pt>
                <c:pt idx="29">
                  <c:v>43065.455706018518</c:v>
                </c:pt>
                <c:pt idx="30">
                  <c:v>43065.481712962966</c:v>
                </c:pt>
              </c:numCache>
            </c:numRef>
          </c:cat>
          <c:val>
            <c:numRef>
              <c:f>Planilha1!$D$287:$D$317</c:f>
              <c:numCache>
                <c:formatCode>General</c:formatCode>
                <c:ptCount val="31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  <c:pt idx="7">
                  <c:v>5</c:v>
                </c:pt>
                <c:pt idx="8">
                  <c:v>5</c:v>
                </c:pt>
                <c:pt idx="9">
                  <c:v>5</c:v>
                </c:pt>
                <c:pt idx="10">
                  <c:v>5</c:v>
                </c:pt>
                <c:pt idx="11">
                  <c:v>5</c:v>
                </c:pt>
                <c:pt idx="12">
                  <c:v>5</c:v>
                </c:pt>
                <c:pt idx="13">
                  <c:v>5</c:v>
                </c:pt>
                <c:pt idx="14">
                  <c:v>5</c:v>
                </c:pt>
                <c:pt idx="15">
                  <c:v>5</c:v>
                </c:pt>
                <c:pt idx="16">
                  <c:v>5</c:v>
                </c:pt>
                <c:pt idx="17">
                  <c:v>5</c:v>
                </c:pt>
                <c:pt idx="18">
                  <c:v>5</c:v>
                </c:pt>
                <c:pt idx="19">
                  <c:v>5</c:v>
                </c:pt>
                <c:pt idx="20">
                  <c:v>5</c:v>
                </c:pt>
                <c:pt idx="21">
                  <c:v>5</c:v>
                </c:pt>
                <c:pt idx="22">
                  <c:v>5</c:v>
                </c:pt>
                <c:pt idx="23">
                  <c:v>5</c:v>
                </c:pt>
                <c:pt idx="24">
                  <c:v>5</c:v>
                </c:pt>
                <c:pt idx="25">
                  <c:v>5</c:v>
                </c:pt>
                <c:pt idx="26">
                  <c:v>5</c:v>
                </c:pt>
                <c:pt idx="27">
                  <c:v>5</c:v>
                </c:pt>
                <c:pt idx="28">
                  <c:v>5</c:v>
                </c:pt>
                <c:pt idx="29">
                  <c:v>5</c:v>
                </c:pt>
                <c:pt idx="30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5C3-448C-AD19-383543DC1A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1045743"/>
        <c:axId val="2111059663"/>
      </c:lineChart>
      <c:catAx>
        <c:axId val="211104574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pt-BR"/>
                  <a:t>Data</a:t>
                </a:r>
                <a:r>
                  <a:rPr lang="pt-BR" baseline="0"/>
                  <a:t> da amostra</a:t>
                </a:r>
                <a:endParaRPr lang="pt-BR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pt-BR"/>
            </a:p>
          </c:txPr>
        </c:title>
        <c:numFmt formatCode="m/d/yyyy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2111059663"/>
        <c:crosses val="autoZero"/>
        <c:auto val="0"/>
        <c:lblAlgn val="ctr"/>
        <c:lblOffset val="100"/>
        <c:noMultiLvlLbl val="0"/>
      </c:catAx>
      <c:valAx>
        <c:axId val="21110596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pt-BR"/>
                  <a:t>ppm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pt-B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21110457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Arial" panose="020B0604020202020204" pitchFamily="34" charset="0"/>
          <a:cs typeface="Arial" panose="020B0604020202020204" pitchFamily="34" charset="0"/>
        </a:defRPr>
      </a:pPr>
      <a:endParaRPr lang="pt-B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pt-BR" b="1"/>
              <a:t>Perfil de ferro no Reator#2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ysClr val="windowText" lastClr="000000">
                    <a:lumMod val="65000"/>
                    <a:lumOff val="35000"/>
                  </a:sysClr>
                </a:solidFill>
              </a:defRPr>
            </a:pPr>
            <a:r>
              <a:rPr lang="pt-BR" sz="1100"/>
              <a:t>Evento: 15/03/2018</a:t>
            </a:r>
            <a:r>
              <a:rPr lang="pt-BR" sz="1100">
                <a:solidFill>
                  <a:schemeClr val="bg2">
                    <a:lumMod val="25000"/>
                  </a:schemeClr>
                </a:solidFill>
              </a:rPr>
              <a:t>. Substituição do</a:t>
            </a:r>
            <a:r>
              <a:rPr lang="pt-BR" sz="1100" baseline="0">
                <a:solidFill>
                  <a:schemeClr val="bg2">
                    <a:lumMod val="25000"/>
                  </a:schemeClr>
                </a:solidFill>
              </a:rPr>
              <a:t> agitador por furo</a:t>
            </a:r>
            <a:endParaRPr lang="pt-BR" sz="1100" b="0" i="0" u="none" strike="noStrike" dirty="0">
              <a:solidFill>
                <a:srgbClr val="595959"/>
              </a:solidFill>
              <a:effectLst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400" b="0" i="0" u="none" strike="noStrike" kern="1200" spc="0" baseline="0">
              <a:solidFill>
                <a:sysClr val="windowText" lastClr="000000">
                  <a:lumMod val="65000"/>
                  <a:lumOff val="35000"/>
                </a:sys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Planilha1!$C$1</c:f>
              <c:strCache>
                <c:ptCount val="1"/>
                <c:pt idx="0">
                  <c:v>Ferro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4"/>
                </a:solidFill>
              </a:ln>
              <a:effectLst/>
            </c:spPr>
          </c:marker>
          <c:cat>
            <c:numRef>
              <c:f>Planilha1!$B$318:$B$358</c:f>
              <c:numCache>
                <c:formatCode>m/d/yyyy\ h:mm</c:formatCode>
                <c:ptCount val="41"/>
                <c:pt idx="0">
                  <c:v>43168.136793981481</c:v>
                </c:pt>
                <c:pt idx="1">
                  <c:v>43168.272187499999</c:v>
                </c:pt>
                <c:pt idx="2">
                  <c:v>43170.556284722225</c:v>
                </c:pt>
                <c:pt idx="3">
                  <c:v>43170.85565972222</c:v>
                </c:pt>
                <c:pt idx="4">
                  <c:v>43170.857303240744</c:v>
                </c:pt>
                <c:pt idx="5">
                  <c:v>43170.867326388892</c:v>
                </c:pt>
                <c:pt idx="6">
                  <c:v>43171.09443287037</c:v>
                </c:pt>
                <c:pt idx="7">
                  <c:v>43171.094583333332</c:v>
                </c:pt>
                <c:pt idx="8">
                  <c:v>43171.094733796293</c:v>
                </c:pt>
                <c:pt idx="9">
                  <c:v>43171.198449074072</c:v>
                </c:pt>
                <c:pt idx="10">
                  <c:v>43171.471504629626</c:v>
                </c:pt>
                <c:pt idx="11">
                  <c:v>43171.641226851854</c:v>
                </c:pt>
                <c:pt idx="12">
                  <c:v>43171.64166666667</c:v>
                </c:pt>
                <c:pt idx="13">
                  <c:v>43171.642291666663</c:v>
                </c:pt>
                <c:pt idx="14">
                  <c:v>43171.809571759259</c:v>
                </c:pt>
                <c:pt idx="15">
                  <c:v>43171.809733796297</c:v>
                </c:pt>
                <c:pt idx="16">
                  <c:v>43172.101736111108</c:v>
                </c:pt>
                <c:pt idx="17">
                  <c:v>43172.164143518516</c:v>
                </c:pt>
                <c:pt idx="18">
                  <c:v>43172.167268518519</c:v>
                </c:pt>
                <c:pt idx="19">
                  <c:v>43172.326215277775</c:v>
                </c:pt>
                <c:pt idx="20">
                  <c:v>43172.466469907406</c:v>
                </c:pt>
                <c:pt idx="21">
                  <c:v>43172.490405092591</c:v>
                </c:pt>
                <c:pt idx="22">
                  <c:v>43172.491446759261</c:v>
                </c:pt>
                <c:pt idx="23">
                  <c:v>43172.679340277777</c:v>
                </c:pt>
                <c:pt idx="24">
                  <c:v>43172.769097222219</c:v>
                </c:pt>
                <c:pt idx="25">
                  <c:v>43172.991157407407</c:v>
                </c:pt>
                <c:pt idx="26">
                  <c:v>43172.991527777776</c:v>
                </c:pt>
                <c:pt idx="27">
                  <c:v>43173.116712962961</c:v>
                </c:pt>
                <c:pt idx="28">
                  <c:v>43173.462395833332</c:v>
                </c:pt>
                <c:pt idx="29">
                  <c:v>43173.569675925923</c:v>
                </c:pt>
                <c:pt idx="30">
                  <c:v>43173.569895833331</c:v>
                </c:pt>
                <c:pt idx="31">
                  <c:v>43173.746701388889</c:v>
                </c:pt>
                <c:pt idx="32">
                  <c:v>43173.79792824074</c:v>
                </c:pt>
                <c:pt idx="33">
                  <c:v>43173.798136574071</c:v>
                </c:pt>
                <c:pt idx="34">
                  <c:v>43174.039386574077</c:v>
                </c:pt>
                <c:pt idx="35">
                  <c:v>43174.134930555556</c:v>
                </c:pt>
                <c:pt idx="36">
                  <c:v>43174.136712962965</c:v>
                </c:pt>
                <c:pt idx="37">
                  <c:v>43174.138043981482</c:v>
                </c:pt>
                <c:pt idx="38">
                  <c:v>43174.363055555557</c:v>
                </c:pt>
                <c:pt idx="39">
                  <c:v>43174.468287037038</c:v>
                </c:pt>
                <c:pt idx="40">
                  <c:v>43174.468553240738</c:v>
                </c:pt>
              </c:numCache>
            </c:numRef>
          </c:cat>
          <c:val>
            <c:numRef>
              <c:f>Planilha1!$C$318:$C$358</c:f>
              <c:numCache>
                <c:formatCode>General</c:formatCode>
                <c:ptCount val="41"/>
                <c:pt idx="0">
                  <c:v>3.4</c:v>
                </c:pt>
                <c:pt idx="1">
                  <c:v>2.6</c:v>
                </c:pt>
                <c:pt idx="2">
                  <c:v>2.8</c:v>
                </c:pt>
                <c:pt idx="3">
                  <c:v>2.9</c:v>
                </c:pt>
                <c:pt idx="4">
                  <c:v>3.3</c:v>
                </c:pt>
                <c:pt idx="5">
                  <c:v>2.8</c:v>
                </c:pt>
                <c:pt idx="6">
                  <c:v>3.4</c:v>
                </c:pt>
                <c:pt idx="7">
                  <c:v>3.3</c:v>
                </c:pt>
                <c:pt idx="8">
                  <c:v>3</c:v>
                </c:pt>
                <c:pt idx="9">
                  <c:v>3</c:v>
                </c:pt>
                <c:pt idx="10">
                  <c:v>2.9</c:v>
                </c:pt>
                <c:pt idx="11">
                  <c:v>3.1</c:v>
                </c:pt>
                <c:pt idx="12">
                  <c:v>3.4</c:v>
                </c:pt>
                <c:pt idx="13">
                  <c:v>3.9</c:v>
                </c:pt>
                <c:pt idx="14">
                  <c:v>3.7</c:v>
                </c:pt>
                <c:pt idx="15">
                  <c:v>3.9</c:v>
                </c:pt>
                <c:pt idx="16">
                  <c:v>2.6</c:v>
                </c:pt>
                <c:pt idx="17">
                  <c:v>3.3</c:v>
                </c:pt>
                <c:pt idx="18">
                  <c:v>3.2</c:v>
                </c:pt>
                <c:pt idx="19">
                  <c:v>4.4000000000000004</c:v>
                </c:pt>
                <c:pt idx="20">
                  <c:v>3</c:v>
                </c:pt>
                <c:pt idx="21">
                  <c:v>2.5</c:v>
                </c:pt>
                <c:pt idx="22">
                  <c:v>3.3</c:v>
                </c:pt>
                <c:pt idx="23">
                  <c:v>4.5999999999999996</c:v>
                </c:pt>
                <c:pt idx="24">
                  <c:v>4.2</c:v>
                </c:pt>
                <c:pt idx="25">
                  <c:v>3.5</c:v>
                </c:pt>
                <c:pt idx="26">
                  <c:v>3.5</c:v>
                </c:pt>
                <c:pt idx="27">
                  <c:v>4.5</c:v>
                </c:pt>
                <c:pt idx="28">
                  <c:v>3.4</c:v>
                </c:pt>
                <c:pt idx="29">
                  <c:v>3.6</c:v>
                </c:pt>
                <c:pt idx="30">
                  <c:v>3.2</c:v>
                </c:pt>
                <c:pt idx="31">
                  <c:v>3.7</c:v>
                </c:pt>
                <c:pt idx="32">
                  <c:v>3.5</c:v>
                </c:pt>
                <c:pt idx="33">
                  <c:v>3.8</c:v>
                </c:pt>
                <c:pt idx="34">
                  <c:v>3.8</c:v>
                </c:pt>
                <c:pt idx="35">
                  <c:v>4.3</c:v>
                </c:pt>
                <c:pt idx="36">
                  <c:v>3.6</c:v>
                </c:pt>
                <c:pt idx="37">
                  <c:v>3.5</c:v>
                </c:pt>
                <c:pt idx="38">
                  <c:v>4.2</c:v>
                </c:pt>
                <c:pt idx="39">
                  <c:v>3.5</c:v>
                </c:pt>
                <c:pt idx="40">
                  <c:v>3.9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560-4577-9190-C2334FDE3C5C}"/>
            </c:ext>
          </c:extLst>
        </c:ser>
        <c:ser>
          <c:idx val="1"/>
          <c:order val="1"/>
          <c:tx>
            <c:strRef>
              <c:f>Planilha1!$D$1</c:f>
              <c:strCache>
                <c:ptCount val="1"/>
                <c:pt idx="0">
                  <c:v>Limite superior de ferro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Planilha1!$B$318:$B$358</c:f>
              <c:numCache>
                <c:formatCode>m/d/yyyy\ h:mm</c:formatCode>
                <c:ptCount val="41"/>
                <c:pt idx="0">
                  <c:v>43168.136793981481</c:v>
                </c:pt>
                <c:pt idx="1">
                  <c:v>43168.272187499999</c:v>
                </c:pt>
                <c:pt idx="2">
                  <c:v>43170.556284722225</c:v>
                </c:pt>
                <c:pt idx="3">
                  <c:v>43170.85565972222</c:v>
                </c:pt>
                <c:pt idx="4">
                  <c:v>43170.857303240744</c:v>
                </c:pt>
                <c:pt idx="5">
                  <c:v>43170.867326388892</c:v>
                </c:pt>
                <c:pt idx="6">
                  <c:v>43171.09443287037</c:v>
                </c:pt>
                <c:pt idx="7">
                  <c:v>43171.094583333332</c:v>
                </c:pt>
                <c:pt idx="8">
                  <c:v>43171.094733796293</c:v>
                </c:pt>
                <c:pt idx="9">
                  <c:v>43171.198449074072</c:v>
                </c:pt>
                <c:pt idx="10">
                  <c:v>43171.471504629626</c:v>
                </c:pt>
                <c:pt idx="11">
                  <c:v>43171.641226851854</c:v>
                </c:pt>
                <c:pt idx="12">
                  <c:v>43171.64166666667</c:v>
                </c:pt>
                <c:pt idx="13">
                  <c:v>43171.642291666663</c:v>
                </c:pt>
                <c:pt idx="14">
                  <c:v>43171.809571759259</c:v>
                </c:pt>
                <c:pt idx="15">
                  <c:v>43171.809733796297</c:v>
                </c:pt>
                <c:pt idx="16">
                  <c:v>43172.101736111108</c:v>
                </c:pt>
                <c:pt idx="17">
                  <c:v>43172.164143518516</c:v>
                </c:pt>
                <c:pt idx="18">
                  <c:v>43172.167268518519</c:v>
                </c:pt>
                <c:pt idx="19">
                  <c:v>43172.326215277775</c:v>
                </c:pt>
                <c:pt idx="20">
                  <c:v>43172.466469907406</c:v>
                </c:pt>
                <c:pt idx="21">
                  <c:v>43172.490405092591</c:v>
                </c:pt>
                <c:pt idx="22">
                  <c:v>43172.491446759261</c:v>
                </c:pt>
                <c:pt idx="23">
                  <c:v>43172.679340277777</c:v>
                </c:pt>
                <c:pt idx="24">
                  <c:v>43172.769097222219</c:v>
                </c:pt>
                <c:pt idx="25">
                  <c:v>43172.991157407407</c:v>
                </c:pt>
                <c:pt idx="26">
                  <c:v>43172.991527777776</c:v>
                </c:pt>
                <c:pt idx="27">
                  <c:v>43173.116712962961</c:v>
                </c:pt>
                <c:pt idx="28">
                  <c:v>43173.462395833332</c:v>
                </c:pt>
                <c:pt idx="29">
                  <c:v>43173.569675925923</c:v>
                </c:pt>
                <c:pt idx="30">
                  <c:v>43173.569895833331</c:v>
                </c:pt>
                <c:pt idx="31">
                  <c:v>43173.746701388889</c:v>
                </c:pt>
                <c:pt idx="32">
                  <c:v>43173.79792824074</c:v>
                </c:pt>
                <c:pt idx="33">
                  <c:v>43173.798136574071</c:v>
                </c:pt>
                <c:pt idx="34">
                  <c:v>43174.039386574077</c:v>
                </c:pt>
                <c:pt idx="35">
                  <c:v>43174.134930555556</c:v>
                </c:pt>
                <c:pt idx="36">
                  <c:v>43174.136712962965</c:v>
                </c:pt>
                <c:pt idx="37">
                  <c:v>43174.138043981482</c:v>
                </c:pt>
                <c:pt idx="38">
                  <c:v>43174.363055555557</c:v>
                </c:pt>
                <c:pt idx="39">
                  <c:v>43174.468287037038</c:v>
                </c:pt>
                <c:pt idx="40">
                  <c:v>43174.468553240738</c:v>
                </c:pt>
              </c:numCache>
            </c:numRef>
          </c:cat>
          <c:val>
            <c:numRef>
              <c:f>Planilha1!$D$318:$D$358</c:f>
              <c:numCache>
                <c:formatCode>General</c:formatCode>
                <c:ptCount val="41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  <c:pt idx="7">
                  <c:v>5</c:v>
                </c:pt>
                <c:pt idx="8">
                  <c:v>5</c:v>
                </c:pt>
                <c:pt idx="9">
                  <c:v>5</c:v>
                </c:pt>
                <c:pt idx="10">
                  <c:v>5</c:v>
                </c:pt>
                <c:pt idx="11">
                  <c:v>5</c:v>
                </c:pt>
                <c:pt idx="12">
                  <c:v>5</c:v>
                </c:pt>
                <c:pt idx="13">
                  <c:v>5</c:v>
                </c:pt>
                <c:pt idx="14">
                  <c:v>5</c:v>
                </c:pt>
                <c:pt idx="15">
                  <c:v>5</c:v>
                </c:pt>
                <c:pt idx="16">
                  <c:v>5</c:v>
                </c:pt>
                <c:pt idx="17">
                  <c:v>5</c:v>
                </c:pt>
                <c:pt idx="18">
                  <c:v>5</c:v>
                </c:pt>
                <c:pt idx="19">
                  <c:v>5</c:v>
                </c:pt>
                <c:pt idx="20">
                  <c:v>5</c:v>
                </c:pt>
                <c:pt idx="21">
                  <c:v>5</c:v>
                </c:pt>
                <c:pt idx="22">
                  <c:v>5</c:v>
                </c:pt>
                <c:pt idx="23">
                  <c:v>5</c:v>
                </c:pt>
                <c:pt idx="24">
                  <c:v>5</c:v>
                </c:pt>
                <c:pt idx="25">
                  <c:v>5</c:v>
                </c:pt>
                <c:pt idx="26">
                  <c:v>5</c:v>
                </c:pt>
                <c:pt idx="27">
                  <c:v>5</c:v>
                </c:pt>
                <c:pt idx="28">
                  <c:v>5</c:v>
                </c:pt>
                <c:pt idx="29">
                  <c:v>5</c:v>
                </c:pt>
                <c:pt idx="30">
                  <c:v>5</c:v>
                </c:pt>
                <c:pt idx="31">
                  <c:v>5</c:v>
                </c:pt>
                <c:pt idx="32">
                  <c:v>5</c:v>
                </c:pt>
                <c:pt idx="33">
                  <c:v>5</c:v>
                </c:pt>
                <c:pt idx="34">
                  <c:v>5</c:v>
                </c:pt>
                <c:pt idx="35">
                  <c:v>5</c:v>
                </c:pt>
                <c:pt idx="36">
                  <c:v>5</c:v>
                </c:pt>
                <c:pt idx="37">
                  <c:v>5</c:v>
                </c:pt>
                <c:pt idx="38">
                  <c:v>5</c:v>
                </c:pt>
                <c:pt idx="39">
                  <c:v>5</c:v>
                </c:pt>
                <c:pt idx="40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560-4577-9190-C2334FDE3C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1045743"/>
        <c:axId val="2111059663"/>
      </c:lineChart>
      <c:catAx>
        <c:axId val="211104574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pt-BR"/>
                  <a:t>Data</a:t>
                </a:r>
                <a:r>
                  <a:rPr lang="pt-BR" baseline="0"/>
                  <a:t> da amostra</a:t>
                </a:r>
                <a:endParaRPr lang="pt-BR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pt-BR"/>
            </a:p>
          </c:txPr>
        </c:title>
        <c:numFmt formatCode="m/d/yyyy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2111059663"/>
        <c:crosses val="autoZero"/>
        <c:auto val="0"/>
        <c:lblAlgn val="ctr"/>
        <c:lblOffset val="100"/>
        <c:noMultiLvlLbl val="0"/>
      </c:catAx>
      <c:valAx>
        <c:axId val="21110596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pt-BR"/>
                  <a:t>ppm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pt-B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21110457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Arial" panose="020B0604020202020204" pitchFamily="34" charset="0"/>
          <a:cs typeface="Arial" panose="020B0604020202020204" pitchFamily="34" charset="0"/>
        </a:defRPr>
      </a:pPr>
      <a:endParaRPr lang="pt-B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pt-BR" b="1"/>
              <a:t>Perfil de ferro no Reator#3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ysClr val="windowText" lastClr="000000">
                    <a:lumMod val="65000"/>
                    <a:lumOff val="35000"/>
                  </a:sysClr>
                </a:solidFill>
              </a:defRPr>
            </a:pPr>
            <a:r>
              <a:rPr lang="pt-BR" sz="1100">
                <a:solidFill>
                  <a:srgbClr val="595959"/>
                </a:solidFill>
              </a:rPr>
              <a:t>Evento: 25/05/2020. Troca</a:t>
            </a:r>
            <a:r>
              <a:rPr lang="pt-BR" sz="1100" baseline="0">
                <a:solidFill>
                  <a:srgbClr val="595959"/>
                </a:solidFill>
              </a:rPr>
              <a:t> do reator</a:t>
            </a:r>
            <a:endParaRPr lang="pt-BR" sz="1100" b="0" i="0" u="none" strike="noStrike" dirty="0">
              <a:solidFill>
                <a:srgbClr val="595959"/>
              </a:solidFill>
              <a:effectLst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400" b="0" i="0" u="none" strike="noStrike" kern="1200" spc="0" baseline="0">
              <a:solidFill>
                <a:sysClr val="windowText" lastClr="000000">
                  <a:lumMod val="65000"/>
                  <a:lumOff val="35000"/>
                </a:sys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Planilha1!$C$1</c:f>
              <c:strCache>
                <c:ptCount val="1"/>
                <c:pt idx="0">
                  <c:v>Ferro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Planilha1!$B$359:$B$361</c:f>
              <c:numCache>
                <c:formatCode>m/d/yyyy\ h:mm</c:formatCode>
                <c:ptCount val="3"/>
                <c:pt idx="0">
                  <c:v>43975.236446759256</c:v>
                </c:pt>
                <c:pt idx="1">
                  <c:v>43975.237430555557</c:v>
                </c:pt>
                <c:pt idx="2">
                  <c:v>43976.040358796294</c:v>
                </c:pt>
              </c:numCache>
            </c:numRef>
          </c:cat>
          <c:val>
            <c:numRef>
              <c:f>Planilha1!$C$359:$C$361</c:f>
              <c:numCache>
                <c:formatCode>General</c:formatCode>
                <c:ptCount val="3"/>
                <c:pt idx="0">
                  <c:v>10</c:v>
                </c:pt>
                <c:pt idx="1">
                  <c:v>7</c:v>
                </c:pt>
                <c:pt idx="2">
                  <c:v>5.2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4D7-4443-B51D-8D07C73C03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111045743"/>
        <c:axId val="2111059663"/>
      </c:barChart>
      <c:lineChart>
        <c:grouping val="standard"/>
        <c:varyColors val="0"/>
        <c:ser>
          <c:idx val="1"/>
          <c:order val="1"/>
          <c:tx>
            <c:strRef>
              <c:f>Planilha1!$D$1</c:f>
              <c:strCache>
                <c:ptCount val="1"/>
                <c:pt idx="0">
                  <c:v>Limite superior de ferro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Planilha1!$B$359:$B$361</c:f>
              <c:numCache>
                <c:formatCode>m/d/yyyy\ h:mm</c:formatCode>
                <c:ptCount val="3"/>
                <c:pt idx="0">
                  <c:v>43975.236446759256</c:v>
                </c:pt>
                <c:pt idx="1">
                  <c:v>43975.237430555557</c:v>
                </c:pt>
                <c:pt idx="2">
                  <c:v>43976.040358796294</c:v>
                </c:pt>
              </c:numCache>
            </c:numRef>
          </c:cat>
          <c:val>
            <c:numRef>
              <c:f>Planilha1!$D$359:$D$361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4D7-4443-B51D-8D07C73C03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1045743"/>
        <c:axId val="2111059663"/>
      </c:lineChart>
      <c:catAx>
        <c:axId val="211104574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pt-BR"/>
                  <a:t>Data</a:t>
                </a:r>
                <a:r>
                  <a:rPr lang="pt-BR" baseline="0"/>
                  <a:t> da amostra</a:t>
                </a:r>
                <a:endParaRPr lang="pt-BR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pt-BR"/>
            </a:p>
          </c:txPr>
        </c:title>
        <c:numFmt formatCode="m/d/yyyy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2111059663"/>
        <c:crosses val="autoZero"/>
        <c:auto val="0"/>
        <c:lblAlgn val="ctr"/>
        <c:lblOffset val="100"/>
        <c:noMultiLvlLbl val="0"/>
      </c:catAx>
      <c:valAx>
        <c:axId val="21110596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pt-BR"/>
                  <a:t>ppm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pt-B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21110457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Arial" panose="020B0604020202020204" pitchFamily="34" charset="0"/>
          <a:cs typeface="Arial" panose="020B0604020202020204" pitchFamily="34" charset="0"/>
        </a:defRPr>
      </a:pPr>
      <a:endParaRPr lang="pt-B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 b="1" dirty="0"/>
              <a:t>Perfil de ferro no Reator#2</a:t>
            </a:r>
          </a:p>
          <a:p>
            <a:pPr>
              <a:defRPr/>
            </a:pPr>
            <a:r>
              <a:rPr lang="pt-BR" sz="1100" dirty="0"/>
              <a:t>Evento: 13/01/2023. Furo no eixo do agitador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Planilha1!$C$1</c:f>
              <c:strCache>
                <c:ptCount val="1"/>
                <c:pt idx="0">
                  <c:v>Ferro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4"/>
                </a:solidFill>
              </a:ln>
              <a:effectLst/>
            </c:spPr>
          </c:marker>
          <c:cat>
            <c:numRef>
              <c:f>Planilha1!$B$2:$B$59</c:f>
              <c:numCache>
                <c:formatCode>m/d/yyyy\ h:mm</c:formatCode>
                <c:ptCount val="58"/>
                <c:pt idx="0">
                  <c:v>44932.12804398148</c:v>
                </c:pt>
                <c:pt idx="1">
                  <c:v>44932.129594907405</c:v>
                </c:pt>
                <c:pt idx="2">
                  <c:v>44932.23541666667</c:v>
                </c:pt>
                <c:pt idx="3">
                  <c:v>44932.235752314817</c:v>
                </c:pt>
                <c:pt idx="4">
                  <c:v>44932.462569444448</c:v>
                </c:pt>
                <c:pt idx="5">
                  <c:v>44932.473171296297</c:v>
                </c:pt>
                <c:pt idx="6">
                  <c:v>44932.634282407409</c:v>
                </c:pt>
                <c:pt idx="7">
                  <c:v>44932.75613425926</c:v>
                </c:pt>
                <c:pt idx="8">
                  <c:v>44932.756527777776</c:v>
                </c:pt>
                <c:pt idx="9">
                  <c:v>44932.90284722222</c:v>
                </c:pt>
                <c:pt idx="10">
                  <c:v>44933.005462962959</c:v>
                </c:pt>
                <c:pt idx="11">
                  <c:v>44933.13040509259</c:v>
                </c:pt>
                <c:pt idx="12">
                  <c:v>44933.132395833331</c:v>
                </c:pt>
                <c:pt idx="13">
                  <c:v>44933.19054398148</c:v>
                </c:pt>
                <c:pt idx="14">
                  <c:v>44933.377187500002</c:v>
                </c:pt>
                <c:pt idx="15">
                  <c:v>44933.379895833335</c:v>
                </c:pt>
                <c:pt idx="16">
                  <c:v>44933.471458333333</c:v>
                </c:pt>
                <c:pt idx="17">
                  <c:v>44933.604942129627</c:v>
                </c:pt>
                <c:pt idx="18">
                  <c:v>44933.785173611112</c:v>
                </c:pt>
                <c:pt idx="19">
                  <c:v>44933.785462962966</c:v>
                </c:pt>
                <c:pt idx="20">
                  <c:v>44933.927951388891</c:v>
                </c:pt>
                <c:pt idx="21">
                  <c:v>44934.124537037038</c:v>
                </c:pt>
                <c:pt idx="22">
                  <c:v>44934.12871527778</c:v>
                </c:pt>
                <c:pt idx="23">
                  <c:v>44934.319224537037</c:v>
                </c:pt>
                <c:pt idx="24">
                  <c:v>44934.328402777777</c:v>
                </c:pt>
                <c:pt idx="25">
                  <c:v>44934.43240740741</c:v>
                </c:pt>
                <c:pt idx="26">
                  <c:v>44934.654768518521</c:v>
                </c:pt>
                <c:pt idx="27">
                  <c:v>44934.757650462961</c:v>
                </c:pt>
                <c:pt idx="28">
                  <c:v>44934.758217592593</c:v>
                </c:pt>
                <c:pt idx="29">
                  <c:v>44934.893506944441</c:v>
                </c:pt>
                <c:pt idx="30">
                  <c:v>44935.127210648148</c:v>
                </c:pt>
                <c:pt idx="31">
                  <c:v>44937.122858796298</c:v>
                </c:pt>
                <c:pt idx="32">
                  <c:v>44937.302569444444</c:v>
                </c:pt>
                <c:pt idx="33">
                  <c:v>44937.303043981483</c:v>
                </c:pt>
                <c:pt idx="34">
                  <c:v>44937.481574074074</c:v>
                </c:pt>
                <c:pt idx="35">
                  <c:v>44937.495763888888</c:v>
                </c:pt>
                <c:pt idx="36">
                  <c:v>44937.517175925925</c:v>
                </c:pt>
                <c:pt idx="37">
                  <c:v>44937.813842592594</c:v>
                </c:pt>
                <c:pt idx="38">
                  <c:v>44937.814143518517</c:v>
                </c:pt>
                <c:pt idx="39">
                  <c:v>44938.114525462966</c:v>
                </c:pt>
                <c:pt idx="40">
                  <c:v>44938.1175</c:v>
                </c:pt>
                <c:pt idx="41">
                  <c:v>44938.120925925927</c:v>
                </c:pt>
                <c:pt idx="42">
                  <c:v>44938.338576388887</c:v>
                </c:pt>
                <c:pt idx="43">
                  <c:v>44938.338784722226</c:v>
                </c:pt>
                <c:pt idx="44">
                  <c:v>44938.499907407408</c:v>
                </c:pt>
                <c:pt idx="45">
                  <c:v>44938.502222222225</c:v>
                </c:pt>
                <c:pt idx="46">
                  <c:v>44938.684178240743</c:v>
                </c:pt>
                <c:pt idx="47">
                  <c:v>44938.767141203702</c:v>
                </c:pt>
                <c:pt idx="48">
                  <c:v>44938.768935185188</c:v>
                </c:pt>
                <c:pt idx="49">
                  <c:v>44939.079155092593</c:v>
                </c:pt>
                <c:pt idx="50">
                  <c:v>44939.137280092589</c:v>
                </c:pt>
                <c:pt idx="51" formatCode="m/d/yyyy">
                  <c:v>44939.137824074074</c:v>
                </c:pt>
                <c:pt idx="52" formatCode="m/d/yyyy">
                  <c:v>44939</c:v>
                </c:pt>
                <c:pt idx="53">
                  <c:v>44939.483599537038</c:v>
                </c:pt>
                <c:pt idx="54">
                  <c:v>44939.535914351851</c:v>
                </c:pt>
                <c:pt idx="55">
                  <c:v>44939.536168981482</c:v>
                </c:pt>
                <c:pt idx="56">
                  <c:v>44939.536354166667</c:v>
                </c:pt>
                <c:pt idx="57">
                  <c:v>44939.879247685189</c:v>
                </c:pt>
              </c:numCache>
            </c:numRef>
          </c:cat>
          <c:val>
            <c:numRef>
              <c:f>Planilha1!$C$2:$C$59</c:f>
              <c:numCache>
                <c:formatCode>General</c:formatCode>
                <c:ptCount val="58"/>
                <c:pt idx="0">
                  <c:v>1.3</c:v>
                </c:pt>
                <c:pt idx="1">
                  <c:v>1.4</c:v>
                </c:pt>
                <c:pt idx="2">
                  <c:v>1.2</c:v>
                </c:pt>
                <c:pt idx="3">
                  <c:v>1.2</c:v>
                </c:pt>
                <c:pt idx="4">
                  <c:v>1.3</c:v>
                </c:pt>
                <c:pt idx="5">
                  <c:v>1.2</c:v>
                </c:pt>
                <c:pt idx="6">
                  <c:v>1.5</c:v>
                </c:pt>
                <c:pt idx="7">
                  <c:v>1.4</c:v>
                </c:pt>
                <c:pt idx="8">
                  <c:v>1.8</c:v>
                </c:pt>
                <c:pt idx="9">
                  <c:v>1.4</c:v>
                </c:pt>
                <c:pt idx="10">
                  <c:v>1.4</c:v>
                </c:pt>
                <c:pt idx="11">
                  <c:v>1.3</c:v>
                </c:pt>
                <c:pt idx="12">
                  <c:v>1.2</c:v>
                </c:pt>
                <c:pt idx="13">
                  <c:v>1.3</c:v>
                </c:pt>
                <c:pt idx="14">
                  <c:v>1.8</c:v>
                </c:pt>
                <c:pt idx="15">
                  <c:v>1.4</c:v>
                </c:pt>
                <c:pt idx="16">
                  <c:v>1.6</c:v>
                </c:pt>
                <c:pt idx="17">
                  <c:v>1.3</c:v>
                </c:pt>
                <c:pt idx="18">
                  <c:v>1.21</c:v>
                </c:pt>
                <c:pt idx="19">
                  <c:v>1.4</c:v>
                </c:pt>
                <c:pt idx="20">
                  <c:v>1.1000000000000001</c:v>
                </c:pt>
                <c:pt idx="21">
                  <c:v>1</c:v>
                </c:pt>
                <c:pt idx="22">
                  <c:v>1</c:v>
                </c:pt>
                <c:pt idx="23">
                  <c:v>1.2</c:v>
                </c:pt>
                <c:pt idx="24">
                  <c:v>1.4</c:v>
                </c:pt>
                <c:pt idx="25">
                  <c:v>1.4</c:v>
                </c:pt>
                <c:pt idx="26">
                  <c:v>1.4</c:v>
                </c:pt>
                <c:pt idx="27">
                  <c:v>1.5</c:v>
                </c:pt>
                <c:pt idx="28">
                  <c:v>1.2</c:v>
                </c:pt>
                <c:pt idx="29">
                  <c:v>1.8</c:v>
                </c:pt>
                <c:pt idx="30">
                  <c:v>1.3</c:v>
                </c:pt>
                <c:pt idx="31">
                  <c:v>2</c:v>
                </c:pt>
                <c:pt idx="32">
                  <c:v>1.6</c:v>
                </c:pt>
                <c:pt idx="33">
                  <c:v>1.5</c:v>
                </c:pt>
                <c:pt idx="34">
                  <c:v>1.8</c:v>
                </c:pt>
                <c:pt idx="35">
                  <c:v>1.1000000000000001</c:v>
                </c:pt>
                <c:pt idx="36">
                  <c:v>1.2</c:v>
                </c:pt>
                <c:pt idx="37">
                  <c:v>2</c:v>
                </c:pt>
                <c:pt idx="38">
                  <c:v>2.1</c:v>
                </c:pt>
                <c:pt idx="39">
                  <c:v>1</c:v>
                </c:pt>
                <c:pt idx="40">
                  <c:v>1.5</c:v>
                </c:pt>
                <c:pt idx="41">
                  <c:v>1.2</c:v>
                </c:pt>
                <c:pt idx="42">
                  <c:v>1.2</c:v>
                </c:pt>
                <c:pt idx="43">
                  <c:v>1.2</c:v>
                </c:pt>
                <c:pt idx="44">
                  <c:v>1</c:v>
                </c:pt>
                <c:pt idx="45">
                  <c:v>1.5</c:v>
                </c:pt>
                <c:pt idx="46">
                  <c:v>2.9</c:v>
                </c:pt>
                <c:pt idx="47">
                  <c:v>2.5</c:v>
                </c:pt>
                <c:pt idx="48">
                  <c:v>1.8</c:v>
                </c:pt>
                <c:pt idx="49">
                  <c:v>2.7</c:v>
                </c:pt>
                <c:pt idx="50">
                  <c:v>1.9</c:v>
                </c:pt>
                <c:pt idx="51">
                  <c:v>1.9</c:v>
                </c:pt>
                <c:pt idx="52">
                  <c:v>1.7</c:v>
                </c:pt>
                <c:pt idx="53">
                  <c:v>2.2999999999999998</c:v>
                </c:pt>
                <c:pt idx="54">
                  <c:v>2.2999999999999998</c:v>
                </c:pt>
                <c:pt idx="55">
                  <c:v>1.9</c:v>
                </c:pt>
                <c:pt idx="56">
                  <c:v>2.2000000000000002</c:v>
                </c:pt>
                <c:pt idx="57">
                  <c:v>1.9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D9E-4B59-B443-DD77841DA28B}"/>
            </c:ext>
          </c:extLst>
        </c:ser>
        <c:ser>
          <c:idx val="1"/>
          <c:order val="1"/>
          <c:tx>
            <c:strRef>
              <c:f>Planilha1!$D$1</c:f>
              <c:strCache>
                <c:ptCount val="1"/>
                <c:pt idx="0">
                  <c:v>Limite superior de ferro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Planilha1!$B$2:$B$59</c:f>
              <c:numCache>
                <c:formatCode>m/d/yyyy\ h:mm</c:formatCode>
                <c:ptCount val="58"/>
                <c:pt idx="0">
                  <c:v>44932.12804398148</c:v>
                </c:pt>
                <c:pt idx="1">
                  <c:v>44932.129594907405</c:v>
                </c:pt>
                <c:pt idx="2">
                  <c:v>44932.23541666667</c:v>
                </c:pt>
                <c:pt idx="3">
                  <c:v>44932.235752314817</c:v>
                </c:pt>
                <c:pt idx="4">
                  <c:v>44932.462569444448</c:v>
                </c:pt>
                <c:pt idx="5">
                  <c:v>44932.473171296297</c:v>
                </c:pt>
                <c:pt idx="6">
                  <c:v>44932.634282407409</c:v>
                </c:pt>
                <c:pt idx="7">
                  <c:v>44932.75613425926</c:v>
                </c:pt>
                <c:pt idx="8">
                  <c:v>44932.756527777776</c:v>
                </c:pt>
                <c:pt idx="9">
                  <c:v>44932.90284722222</c:v>
                </c:pt>
                <c:pt idx="10">
                  <c:v>44933.005462962959</c:v>
                </c:pt>
                <c:pt idx="11">
                  <c:v>44933.13040509259</c:v>
                </c:pt>
                <c:pt idx="12">
                  <c:v>44933.132395833331</c:v>
                </c:pt>
                <c:pt idx="13">
                  <c:v>44933.19054398148</c:v>
                </c:pt>
                <c:pt idx="14">
                  <c:v>44933.377187500002</c:v>
                </c:pt>
                <c:pt idx="15">
                  <c:v>44933.379895833335</c:v>
                </c:pt>
                <c:pt idx="16">
                  <c:v>44933.471458333333</c:v>
                </c:pt>
                <c:pt idx="17">
                  <c:v>44933.604942129627</c:v>
                </c:pt>
                <c:pt idx="18">
                  <c:v>44933.785173611112</c:v>
                </c:pt>
                <c:pt idx="19">
                  <c:v>44933.785462962966</c:v>
                </c:pt>
                <c:pt idx="20">
                  <c:v>44933.927951388891</c:v>
                </c:pt>
                <c:pt idx="21">
                  <c:v>44934.124537037038</c:v>
                </c:pt>
                <c:pt idx="22">
                  <c:v>44934.12871527778</c:v>
                </c:pt>
                <c:pt idx="23">
                  <c:v>44934.319224537037</c:v>
                </c:pt>
                <c:pt idx="24">
                  <c:v>44934.328402777777</c:v>
                </c:pt>
                <c:pt idx="25">
                  <c:v>44934.43240740741</c:v>
                </c:pt>
                <c:pt idx="26">
                  <c:v>44934.654768518521</c:v>
                </c:pt>
                <c:pt idx="27">
                  <c:v>44934.757650462961</c:v>
                </c:pt>
                <c:pt idx="28">
                  <c:v>44934.758217592593</c:v>
                </c:pt>
                <c:pt idx="29">
                  <c:v>44934.893506944441</c:v>
                </c:pt>
                <c:pt idx="30">
                  <c:v>44935.127210648148</c:v>
                </c:pt>
                <c:pt idx="31">
                  <c:v>44937.122858796298</c:v>
                </c:pt>
                <c:pt idx="32">
                  <c:v>44937.302569444444</c:v>
                </c:pt>
                <c:pt idx="33">
                  <c:v>44937.303043981483</c:v>
                </c:pt>
                <c:pt idx="34">
                  <c:v>44937.481574074074</c:v>
                </c:pt>
                <c:pt idx="35">
                  <c:v>44937.495763888888</c:v>
                </c:pt>
                <c:pt idx="36">
                  <c:v>44937.517175925925</c:v>
                </c:pt>
                <c:pt idx="37">
                  <c:v>44937.813842592594</c:v>
                </c:pt>
                <c:pt idx="38">
                  <c:v>44937.814143518517</c:v>
                </c:pt>
                <c:pt idx="39">
                  <c:v>44938.114525462966</c:v>
                </c:pt>
                <c:pt idx="40">
                  <c:v>44938.1175</c:v>
                </c:pt>
                <c:pt idx="41">
                  <c:v>44938.120925925927</c:v>
                </c:pt>
                <c:pt idx="42">
                  <c:v>44938.338576388887</c:v>
                </c:pt>
                <c:pt idx="43">
                  <c:v>44938.338784722226</c:v>
                </c:pt>
                <c:pt idx="44">
                  <c:v>44938.499907407408</c:v>
                </c:pt>
                <c:pt idx="45">
                  <c:v>44938.502222222225</c:v>
                </c:pt>
                <c:pt idx="46">
                  <c:v>44938.684178240743</c:v>
                </c:pt>
                <c:pt idx="47">
                  <c:v>44938.767141203702</c:v>
                </c:pt>
                <c:pt idx="48">
                  <c:v>44938.768935185188</c:v>
                </c:pt>
                <c:pt idx="49">
                  <c:v>44939.079155092593</c:v>
                </c:pt>
                <c:pt idx="50">
                  <c:v>44939.137280092589</c:v>
                </c:pt>
                <c:pt idx="51" formatCode="m/d/yyyy">
                  <c:v>44939.137824074074</c:v>
                </c:pt>
                <c:pt idx="52" formatCode="m/d/yyyy">
                  <c:v>44939</c:v>
                </c:pt>
                <c:pt idx="53">
                  <c:v>44939.483599537038</c:v>
                </c:pt>
                <c:pt idx="54">
                  <c:v>44939.535914351851</c:v>
                </c:pt>
                <c:pt idx="55">
                  <c:v>44939.536168981482</c:v>
                </c:pt>
                <c:pt idx="56">
                  <c:v>44939.536354166667</c:v>
                </c:pt>
                <c:pt idx="57">
                  <c:v>44939.879247685189</c:v>
                </c:pt>
              </c:numCache>
            </c:numRef>
          </c:cat>
          <c:val>
            <c:numRef>
              <c:f>Planilha1!$D$2:$D$59</c:f>
              <c:numCache>
                <c:formatCode>General</c:formatCode>
                <c:ptCount val="58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  <c:pt idx="7">
                  <c:v>5</c:v>
                </c:pt>
                <c:pt idx="8">
                  <c:v>5</c:v>
                </c:pt>
                <c:pt idx="9">
                  <c:v>5</c:v>
                </c:pt>
                <c:pt idx="10">
                  <c:v>5</c:v>
                </c:pt>
                <c:pt idx="11">
                  <c:v>5</c:v>
                </c:pt>
                <c:pt idx="12">
                  <c:v>5</c:v>
                </c:pt>
                <c:pt idx="13">
                  <c:v>5</c:v>
                </c:pt>
                <c:pt idx="14">
                  <c:v>5</c:v>
                </c:pt>
                <c:pt idx="15">
                  <c:v>5</c:v>
                </c:pt>
                <c:pt idx="16">
                  <c:v>5</c:v>
                </c:pt>
                <c:pt idx="17">
                  <c:v>5</c:v>
                </c:pt>
                <c:pt idx="18">
                  <c:v>5</c:v>
                </c:pt>
                <c:pt idx="19">
                  <c:v>5</c:v>
                </c:pt>
                <c:pt idx="20">
                  <c:v>5</c:v>
                </c:pt>
                <c:pt idx="21">
                  <c:v>5</c:v>
                </c:pt>
                <c:pt idx="22">
                  <c:v>5</c:v>
                </c:pt>
                <c:pt idx="23">
                  <c:v>5</c:v>
                </c:pt>
                <c:pt idx="24">
                  <c:v>5</c:v>
                </c:pt>
                <c:pt idx="25">
                  <c:v>5</c:v>
                </c:pt>
                <c:pt idx="26">
                  <c:v>5</c:v>
                </c:pt>
                <c:pt idx="27">
                  <c:v>5</c:v>
                </c:pt>
                <c:pt idx="28">
                  <c:v>5</c:v>
                </c:pt>
                <c:pt idx="29">
                  <c:v>5</c:v>
                </c:pt>
                <c:pt idx="30">
                  <c:v>5</c:v>
                </c:pt>
                <c:pt idx="31">
                  <c:v>5</c:v>
                </c:pt>
                <c:pt idx="32">
                  <c:v>5</c:v>
                </c:pt>
                <c:pt idx="33">
                  <c:v>5</c:v>
                </c:pt>
                <c:pt idx="34">
                  <c:v>5</c:v>
                </c:pt>
                <c:pt idx="35">
                  <c:v>5</c:v>
                </c:pt>
                <c:pt idx="36">
                  <c:v>5</c:v>
                </c:pt>
                <c:pt idx="37">
                  <c:v>5</c:v>
                </c:pt>
                <c:pt idx="38">
                  <c:v>5</c:v>
                </c:pt>
                <c:pt idx="39">
                  <c:v>5</c:v>
                </c:pt>
                <c:pt idx="40">
                  <c:v>5</c:v>
                </c:pt>
                <c:pt idx="41">
                  <c:v>5</c:v>
                </c:pt>
                <c:pt idx="42">
                  <c:v>5</c:v>
                </c:pt>
                <c:pt idx="43">
                  <c:v>5</c:v>
                </c:pt>
                <c:pt idx="44">
                  <c:v>5</c:v>
                </c:pt>
                <c:pt idx="45">
                  <c:v>5</c:v>
                </c:pt>
                <c:pt idx="46">
                  <c:v>5</c:v>
                </c:pt>
                <c:pt idx="47">
                  <c:v>5</c:v>
                </c:pt>
                <c:pt idx="48">
                  <c:v>5</c:v>
                </c:pt>
                <c:pt idx="49">
                  <c:v>5</c:v>
                </c:pt>
                <c:pt idx="50">
                  <c:v>5</c:v>
                </c:pt>
                <c:pt idx="51">
                  <c:v>5</c:v>
                </c:pt>
                <c:pt idx="52">
                  <c:v>5</c:v>
                </c:pt>
                <c:pt idx="53">
                  <c:v>5</c:v>
                </c:pt>
                <c:pt idx="54">
                  <c:v>5</c:v>
                </c:pt>
                <c:pt idx="55">
                  <c:v>5</c:v>
                </c:pt>
                <c:pt idx="56">
                  <c:v>5</c:v>
                </c:pt>
                <c:pt idx="57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D9E-4B59-B443-DD77841DA2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1045743"/>
        <c:axId val="2111059663"/>
      </c:lineChart>
      <c:catAx>
        <c:axId val="211104574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pt-BR"/>
                  <a:t>Data da amostra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</c:title>
        <c:numFmt formatCode="m/d/yyyy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2111059663"/>
        <c:crosses val="autoZero"/>
        <c:auto val="0"/>
        <c:lblAlgn val="ctr"/>
        <c:lblOffset val="100"/>
        <c:noMultiLvlLbl val="0"/>
      </c:catAx>
      <c:valAx>
        <c:axId val="21110596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pt-BR"/>
                  <a:t>ppm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21110457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+mn-lt"/>
        </a:defRPr>
      </a:pPr>
      <a:endParaRPr lang="pt-B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pt-BR" b="1" dirty="0"/>
              <a:t>Perfil de ferro no Reator#1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ysClr val="windowText" lastClr="000000">
                    <a:lumMod val="65000"/>
                    <a:lumOff val="35000"/>
                  </a:sysClr>
                </a:solidFill>
              </a:defRPr>
            </a:pPr>
            <a:r>
              <a:rPr lang="pt-BR" sz="1100" b="0" i="0" u="none" strike="noStrike" kern="1200" spc="0" baseline="0" dirty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Evento: 19/01/2024. Vazamento pelo bocal do fundo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400" b="0" i="0" u="none" strike="noStrike" kern="1200" spc="0" baseline="0">
              <a:solidFill>
                <a:sysClr val="windowText" lastClr="000000">
                  <a:lumMod val="65000"/>
                  <a:lumOff val="35000"/>
                </a:sys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Planilha1!$C$1</c:f>
              <c:strCache>
                <c:ptCount val="1"/>
                <c:pt idx="0">
                  <c:v>Ferro</c:v>
                </c:pt>
              </c:strCache>
            </c:strRef>
          </c:tx>
          <c:spPr>
            <a:ln w="28575" cap="rnd">
              <a:solidFill>
                <a:schemeClr val="tx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tx2"/>
                </a:solidFill>
              </a:ln>
              <a:effectLst/>
            </c:spPr>
          </c:marker>
          <c:cat>
            <c:numRef>
              <c:f>Planilha1!$B$60:$B$125</c:f>
              <c:numCache>
                <c:formatCode>m/d/yyyy\ h:mm</c:formatCode>
                <c:ptCount val="66"/>
                <c:pt idx="0">
                  <c:v>45303.118344907409</c:v>
                </c:pt>
                <c:pt idx="1">
                  <c:v>45303.121620370373</c:v>
                </c:pt>
                <c:pt idx="2">
                  <c:v>45303.306898148148</c:v>
                </c:pt>
                <c:pt idx="3">
                  <c:v>45303.487824074073</c:v>
                </c:pt>
                <c:pt idx="4">
                  <c:v>45303.545324074075</c:v>
                </c:pt>
                <c:pt idx="5">
                  <c:v>45303.546030092592</c:v>
                </c:pt>
                <c:pt idx="6">
                  <c:v>45303.742673611108</c:v>
                </c:pt>
                <c:pt idx="7">
                  <c:v>45303.78601851852</c:v>
                </c:pt>
                <c:pt idx="8">
                  <c:v>45303.889317129629</c:v>
                </c:pt>
                <c:pt idx="9">
                  <c:v>45304.138379629629</c:v>
                </c:pt>
                <c:pt idx="10">
                  <c:v>45304.139027777775</c:v>
                </c:pt>
                <c:pt idx="11">
                  <c:v>45304.139270833337</c:v>
                </c:pt>
                <c:pt idx="12">
                  <c:v>45304.485474537039</c:v>
                </c:pt>
                <c:pt idx="13">
                  <c:v>45304.487349537034</c:v>
                </c:pt>
                <c:pt idx="14">
                  <c:v>45304.718923611108</c:v>
                </c:pt>
                <c:pt idx="15">
                  <c:v>45304.838067129633</c:v>
                </c:pt>
                <c:pt idx="16">
                  <c:v>45304.932743055557</c:v>
                </c:pt>
                <c:pt idx="17">
                  <c:v>45305.136006944442</c:v>
                </c:pt>
                <c:pt idx="18">
                  <c:v>45305.139907407407</c:v>
                </c:pt>
                <c:pt idx="19">
                  <c:v>45305.311655092592</c:v>
                </c:pt>
                <c:pt idx="20">
                  <c:v>45305.418935185182</c:v>
                </c:pt>
                <c:pt idx="21">
                  <c:v>45305.573865740742</c:v>
                </c:pt>
                <c:pt idx="22">
                  <c:v>45305.57534722222</c:v>
                </c:pt>
                <c:pt idx="23">
                  <c:v>45305.794479166667</c:v>
                </c:pt>
                <c:pt idx="24">
                  <c:v>45305.794756944444</c:v>
                </c:pt>
                <c:pt idx="25">
                  <c:v>45306.171481481484</c:v>
                </c:pt>
                <c:pt idx="26">
                  <c:v>45306.171909722223</c:v>
                </c:pt>
                <c:pt idx="27">
                  <c:v>45306.172152777777</c:v>
                </c:pt>
                <c:pt idx="28">
                  <c:v>45306.519004629627</c:v>
                </c:pt>
                <c:pt idx="29">
                  <c:v>45306.519814814812</c:v>
                </c:pt>
                <c:pt idx="30">
                  <c:v>45306.724872685183</c:v>
                </c:pt>
                <c:pt idx="31">
                  <c:v>45306.766840277778</c:v>
                </c:pt>
                <c:pt idx="32">
                  <c:v>45306.933981481481</c:v>
                </c:pt>
                <c:pt idx="33">
                  <c:v>45307.113553240742</c:v>
                </c:pt>
                <c:pt idx="34">
                  <c:v>45307.114317129628</c:v>
                </c:pt>
                <c:pt idx="35">
                  <c:v>45307.25440972222</c:v>
                </c:pt>
                <c:pt idx="36">
                  <c:v>45307.543923611112</c:v>
                </c:pt>
                <c:pt idx="37">
                  <c:v>45307.635069444441</c:v>
                </c:pt>
                <c:pt idx="38">
                  <c:v>45307.705925925926</c:v>
                </c:pt>
                <c:pt idx="39">
                  <c:v>45307.782106481478</c:v>
                </c:pt>
                <c:pt idx="40">
                  <c:v>45307.938460648147</c:v>
                </c:pt>
                <c:pt idx="41">
                  <c:v>45308.107511574075</c:v>
                </c:pt>
                <c:pt idx="42">
                  <c:v>45308.111851851849</c:v>
                </c:pt>
                <c:pt idx="43">
                  <c:v>45308.166446759256</c:v>
                </c:pt>
                <c:pt idx="44">
                  <c:v>45308.322604166664</c:v>
                </c:pt>
                <c:pt idx="45">
                  <c:v>45308.47991898148</c:v>
                </c:pt>
                <c:pt idx="46">
                  <c:v>45308.562199074076</c:v>
                </c:pt>
                <c:pt idx="47">
                  <c:v>45308.562951388885</c:v>
                </c:pt>
                <c:pt idx="48">
                  <c:v>45308.563159722224</c:v>
                </c:pt>
                <c:pt idx="49">
                  <c:v>45308.861840277779</c:v>
                </c:pt>
                <c:pt idx="50">
                  <c:v>45308.862314814818</c:v>
                </c:pt>
                <c:pt idx="51">
                  <c:v>45308.863634259258</c:v>
                </c:pt>
                <c:pt idx="52">
                  <c:v>45309.14402777778</c:v>
                </c:pt>
                <c:pt idx="53">
                  <c:v>45309.145266203705</c:v>
                </c:pt>
                <c:pt idx="54">
                  <c:v>45309.151145833333</c:v>
                </c:pt>
                <c:pt idx="55">
                  <c:v>45309.264340277776</c:v>
                </c:pt>
                <c:pt idx="56">
                  <c:v>45309.55914351852</c:v>
                </c:pt>
                <c:pt idx="57">
                  <c:v>45309.69290509259</c:v>
                </c:pt>
                <c:pt idx="58">
                  <c:v>45309.80678240741</c:v>
                </c:pt>
                <c:pt idx="59">
                  <c:v>45309.991840277777</c:v>
                </c:pt>
                <c:pt idx="60">
                  <c:v>45310.086921296293</c:v>
                </c:pt>
                <c:pt idx="61">
                  <c:v>45310.089918981481</c:v>
                </c:pt>
                <c:pt idx="62">
                  <c:v>45310.353668981479</c:v>
                </c:pt>
                <c:pt idx="63">
                  <c:v>45310.494062500002</c:v>
                </c:pt>
                <c:pt idx="64">
                  <c:v>45310.497118055559</c:v>
                </c:pt>
                <c:pt idx="65">
                  <c:v>45310.497291666667</c:v>
                </c:pt>
              </c:numCache>
            </c:numRef>
          </c:cat>
          <c:val>
            <c:numRef>
              <c:f>Planilha1!$C$60:$C$125</c:f>
              <c:numCache>
                <c:formatCode>General</c:formatCode>
                <c:ptCount val="66"/>
                <c:pt idx="0">
                  <c:v>1.8</c:v>
                </c:pt>
                <c:pt idx="1">
                  <c:v>1.9</c:v>
                </c:pt>
                <c:pt idx="2">
                  <c:v>1.6</c:v>
                </c:pt>
                <c:pt idx="3">
                  <c:v>2.2000000000000002</c:v>
                </c:pt>
                <c:pt idx="4">
                  <c:v>1.4</c:v>
                </c:pt>
                <c:pt idx="5">
                  <c:v>1.5</c:v>
                </c:pt>
                <c:pt idx="6">
                  <c:v>1.5</c:v>
                </c:pt>
                <c:pt idx="7">
                  <c:v>1.8</c:v>
                </c:pt>
                <c:pt idx="8">
                  <c:v>1.6</c:v>
                </c:pt>
                <c:pt idx="9">
                  <c:v>1.8</c:v>
                </c:pt>
                <c:pt idx="10">
                  <c:v>1.8</c:v>
                </c:pt>
                <c:pt idx="11">
                  <c:v>2</c:v>
                </c:pt>
                <c:pt idx="12">
                  <c:v>1.8</c:v>
                </c:pt>
                <c:pt idx="13">
                  <c:v>2</c:v>
                </c:pt>
                <c:pt idx="14">
                  <c:v>1.8</c:v>
                </c:pt>
                <c:pt idx="15">
                  <c:v>1.4</c:v>
                </c:pt>
                <c:pt idx="16">
                  <c:v>1.6</c:v>
                </c:pt>
                <c:pt idx="17">
                  <c:v>2.2000000000000002</c:v>
                </c:pt>
                <c:pt idx="18">
                  <c:v>1.7</c:v>
                </c:pt>
                <c:pt idx="19">
                  <c:v>1.8</c:v>
                </c:pt>
                <c:pt idx="20">
                  <c:v>1.8</c:v>
                </c:pt>
                <c:pt idx="21">
                  <c:v>1.7</c:v>
                </c:pt>
                <c:pt idx="22">
                  <c:v>1.6</c:v>
                </c:pt>
                <c:pt idx="23">
                  <c:v>1.1000000000000001</c:v>
                </c:pt>
                <c:pt idx="24">
                  <c:v>1.3</c:v>
                </c:pt>
                <c:pt idx="25">
                  <c:v>1.4</c:v>
                </c:pt>
                <c:pt idx="26">
                  <c:v>1.1000000000000001</c:v>
                </c:pt>
                <c:pt idx="27">
                  <c:v>1.4</c:v>
                </c:pt>
                <c:pt idx="28">
                  <c:v>1.5</c:v>
                </c:pt>
                <c:pt idx="29">
                  <c:v>2</c:v>
                </c:pt>
                <c:pt idx="30">
                  <c:v>1.7</c:v>
                </c:pt>
                <c:pt idx="31">
                  <c:v>1.8</c:v>
                </c:pt>
                <c:pt idx="32">
                  <c:v>1.9</c:v>
                </c:pt>
                <c:pt idx="33">
                  <c:v>1.9</c:v>
                </c:pt>
                <c:pt idx="34">
                  <c:v>1.8</c:v>
                </c:pt>
                <c:pt idx="35">
                  <c:v>1.9</c:v>
                </c:pt>
                <c:pt idx="36">
                  <c:v>1.8</c:v>
                </c:pt>
                <c:pt idx="37">
                  <c:v>1.5</c:v>
                </c:pt>
                <c:pt idx="38">
                  <c:v>1.7</c:v>
                </c:pt>
                <c:pt idx="39">
                  <c:v>1.8</c:v>
                </c:pt>
                <c:pt idx="40">
                  <c:v>2</c:v>
                </c:pt>
                <c:pt idx="41">
                  <c:v>1.6</c:v>
                </c:pt>
                <c:pt idx="42">
                  <c:v>1.8</c:v>
                </c:pt>
                <c:pt idx="43">
                  <c:v>2</c:v>
                </c:pt>
                <c:pt idx="44">
                  <c:v>2</c:v>
                </c:pt>
                <c:pt idx="45">
                  <c:v>1.6</c:v>
                </c:pt>
                <c:pt idx="46">
                  <c:v>1.4</c:v>
                </c:pt>
                <c:pt idx="47">
                  <c:v>1.5</c:v>
                </c:pt>
                <c:pt idx="48">
                  <c:v>1.9</c:v>
                </c:pt>
                <c:pt idx="49">
                  <c:v>2</c:v>
                </c:pt>
                <c:pt idx="50">
                  <c:v>1.5</c:v>
                </c:pt>
                <c:pt idx="51">
                  <c:v>1.5</c:v>
                </c:pt>
                <c:pt idx="52">
                  <c:v>1.5</c:v>
                </c:pt>
                <c:pt idx="53">
                  <c:v>1.5</c:v>
                </c:pt>
                <c:pt idx="54">
                  <c:v>1.3</c:v>
                </c:pt>
                <c:pt idx="55">
                  <c:v>1.4</c:v>
                </c:pt>
                <c:pt idx="56">
                  <c:v>1.7</c:v>
                </c:pt>
                <c:pt idx="57">
                  <c:v>1.8</c:v>
                </c:pt>
                <c:pt idx="58">
                  <c:v>1.7</c:v>
                </c:pt>
                <c:pt idx="59">
                  <c:v>1.7</c:v>
                </c:pt>
                <c:pt idx="60">
                  <c:v>1.2</c:v>
                </c:pt>
                <c:pt idx="61">
                  <c:v>1.5</c:v>
                </c:pt>
                <c:pt idx="62">
                  <c:v>1.5</c:v>
                </c:pt>
                <c:pt idx="63">
                  <c:v>1.7</c:v>
                </c:pt>
                <c:pt idx="64">
                  <c:v>2.1</c:v>
                </c:pt>
                <c:pt idx="65">
                  <c:v>1.9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123-4518-89CB-203D1523920E}"/>
            </c:ext>
          </c:extLst>
        </c:ser>
        <c:ser>
          <c:idx val="1"/>
          <c:order val="1"/>
          <c:tx>
            <c:strRef>
              <c:f>Planilha1!$D$1</c:f>
              <c:strCache>
                <c:ptCount val="1"/>
                <c:pt idx="0">
                  <c:v>Limite superior de ferro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Planilha1!$B$60:$B$125</c:f>
              <c:numCache>
                <c:formatCode>m/d/yyyy\ h:mm</c:formatCode>
                <c:ptCount val="66"/>
                <c:pt idx="0">
                  <c:v>45303.118344907409</c:v>
                </c:pt>
                <c:pt idx="1">
                  <c:v>45303.121620370373</c:v>
                </c:pt>
                <c:pt idx="2">
                  <c:v>45303.306898148148</c:v>
                </c:pt>
                <c:pt idx="3">
                  <c:v>45303.487824074073</c:v>
                </c:pt>
                <c:pt idx="4">
                  <c:v>45303.545324074075</c:v>
                </c:pt>
                <c:pt idx="5">
                  <c:v>45303.546030092592</c:v>
                </c:pt>
                <c:pt idx="6">
                  <c:v>45303.742673611108</c:v>
                </c:pt>
                <c:pt idx="7">
                  <c:v>45303.78601851852</c:v>
                </c:pt>
                <c:pt idx="8">
                  <c:v>45303.889317129629</c:v>
                </c:pt>
                <c:pt idx="9">
                  <c:v>45304.138379629629</c:v>
                </c:pt>
                <c:pt idx="10">
                  <c:v>45304.139027777775</c:v>
                </c:pt>
                <c:pt idx="11">
                  <c:v>45304.139270833337</c:v>
                </c:pt>
                <c:pt idx="12">
                  <c:v>45304.485474537039</c:v>
                </c:pt>
                <c:pt idx="13">
                  <c:v>45304.487349537034</c:v>
                </c:pt>
                <c:pt idx="14">
                  <c:v>45304.718923611108</c:v>
                </c:pt>
                <c:pt idx="15">
                  <c:v>45304.838067129633</c:v>
                </c:pt>
                <c:pt idx="16">
                  <c:v>45304.932743055557</c:v>
                </c:pt>
                <c:pt idx="17">
                  <c:v>45305.136006944442</c:v>
                </c:pt>
                <c:pt idx="18">
                  <c:v>45305.139907407407</c:v>
                </c:pt>
                <c:pt idx="19">
                  <c:v>45305.311655092592</c:v>
                </c:pt>
                <c:pt idx="20">
                  <c:v>45305.418935185182</c:v>
                </c:pt>
                <c:pt idx="21">
                  <c:v>45305.573865740742</c:v>
                </c:pt>
                <c:pt idx="22">
                  <c:v>45305.57534722222</c:v>
                </c:pt>
                <c:pt idx="23">
                  <c:v>45305.794479166667</c:v>
                </c:pt>
                <c:pt idx="24">
                  <c:v>45305.794756944444</c:v>
                </c:pt>
                <c:pt idx="25">
                  <c:v>45306.171481481484</c:v>
                </c:pt>
                <c:pt idx="26">
                  <c:v>45306.171909722223</c:v>
                </c:pt>
                <c:pt idx="27">
                  <c:v>45306.172152777777</c:v>
                </c:pt>
                <c:pt idx="28">
                  <c:v>45306.519004629627</c:v>
                </c:pt>
                <c:pt idx="29">
                  <c:v>45306.519814814812</c:v>
                </c:pt>
                <c:pt idx="30">
                  <c:v>45306.724872685183</c:v>
                </c:pt>
                <c:pt idx="31">
                  <c:v>45306.766840277778</c:v>
                </c:pt>
                <c:pt idx="32">
                  <c:v>45306.933981481481</c:v>
                </c:pt>
                <c:pt idx="33">
                  <c:v>45307.113553240742</c:v>
                </c:pt>
                <c:pt idx="34">
                  <c:v>45307.114317129628</c:v>
                </c:pt>
                <c:pt idx="35">
                  <c:v>45307.25440972222</c:v>
                </c:pt>
                <c:pt idx="36">
                  <c:v>45307.543923611112</c:v>
                </c:pt>
                <c:pt idx="37">
                  <c:v>45307.635069444441</c:v>
                </c:pt>
                <c:pt idx="38">
                  <c:v>45307.705925925926</c:v>
                </c:pt>
                <c:pt idx="39">
                  <c:v>45307.782106481478</c:v>
                </c:pt>
                <c:pt idx="40">
                  <c:v>45307.938460648147</c:v>
                </c:pt>
                <c:pt idx="41">
                  <c:v>45308.107511574075</c:v>
                </c:pt>
                <c:pt idx="42">
                  <c:v>45308.111851851849</c:v>
                </c:pt>
                <c:pt idx="43">
                  <c:v>45308.166446759256</c:v>
                </c:pt>
                <c:pt idx="44">
                  <c:v>45308.322604166664</c:v>
                </c:pt>
                <c:pt idx="45">
                  <c:v>45308.47991898148</c:v>
                </c:pt>
                <c:pt idx="46">
                  <c:v>45308.562199074076</c:v>
                </c:pt>
                <c:pt idx="47">
                  <c:v>45308.562951388885</c:v>
                </c:pt>
                <c:pt idx="48">
                  <c:v>45308.563159722224</c:v>
                </c:pt>
                <c:pt idx="49">
                  <c:v>45308.861840277779</c:v>
                </c:pt>
                <c:pt idx="50">
                  <c:v>45308.862314814818</c:v>
                </c:pt>
                <c:pt idx="51">
                  <c:v>45308.863634259258</c:v>
                </c:pt>
                <c:pt idx="52">
                  <c:v>45309.14402777778</c:v>
                </c:pt>
                <c:pt idx="53">
                  <c:v>45309.145266203705</c:v>
                </c:pt>
                <c:pt idx="54">
                  <c:v>45309.151145833333</c:v>
                </c:pt>
                <c:pt idx="55">
                  <c:v>45309.264340277776</c:v>
                </c:pt>
                <c:pt idx="56">
                  <c:v>45309.55914351852</c:v>
                </c:pt>
                <c:pt idx="57">
                  <c:v>45309.69290509259</c:v>
                </c:pt>
                <c:pt idx="58">
                  <c:v>45309.80678240741</c:v>
                </c:pt>
                <c:pt idx="59">
                  <c:v>45309.991840277777</c:v>
                </c:pt>
                <c:pt idx="60">
                  <c:v>45310.086921296293</c:v>
                </c:pt>
                <c:pt idx="61">
                  <c:v>45310.089918981481</c:v>
                </c:pt>
                <c:pt idx="62">
                  <c:v>45310.353668981479</c:v>
                </c:pt>
                <c:pt idx="63">
                  <c:v>45310.494062500002</c:v>
                </c:pt>
                <c:pt idx="64">
                  <c:v>45310.497118055559</c:v>
                </c:pt>
                <c:pt idx="65">
                  <c:v>45310.497291666667</c:v>
                </c:pt>
              </c:numCache>
            </c:numRef>
          </c:cat>
          <c:val>
            <c:numRef>
              <c:f>Planilha1!$D$60:$D$125</c:f>
              <c:numCache>
                <c:formatCode>General</c:formatCode>
                <c:ptCount val="66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  <c:pt idx="7">
                  <c:v>5</c:v>
                </c:pt>
                <c:pt idx="8">
                  <c:v>5</c:v>
                </c:pt>
                <c:pt idx="9">
                  <c:v>5</c:v>
                </c:pt>
                <c:pt idx="10">
                  <c:v>5</c:v>
                </c:pt>
                <c:pt idx="11">
                  <c:v>5</c:v>
                </c:pt>
                <c:pt idx="12">
                  <c:v>5</c:v>
                </c:pt>
                <c:pt idx="13">
                  <c:v>5</c:v>
                </c:pt>
                <c:pt idx="14">
                  <c:v>5</c:v>
                </c:pt>
                <c:pt idx="15">
                  <c:v>5</c:v>
                </c:pt>
                <c:pt idx="16">
                  <c:v>5</c:v>
                </c:pt>
                <c:pt idx="17">
                  <c:v>5</c:v>
                </c:pt>
                <c:pt idx="18">
                  <c:v>5</c:v>
                </c:pt>
                <c:pt idx="19">
                  <c:v>5</c:v>
                </c:pt>
                <c:pt idx="20">
                  <c:v>5</c:v>
                </c:pt>
                <c:pt idx="21">
                  <c:v>5</c:v>
                </c:pt>
                <c:pt idx="22">
                  <c:v>5</c:v>
                </c:pt>
                <c:pt idx="23">
                  <c:v>5</c:v>
                </c:pt>
                <c:pt idx="24">
                  <c:v>5</c:v>
                </c:pt>
                <c:pt idx="25">
                  <c:v>5</c:v>
                </c:pt>
                <c:pt idx="26">
                  <c:v>5</c:v>
                </c:pt>
                <c:pt idx="27">
                  <c:v>5</c:v>
                </c:pt>
                <c:pt idx="28">
                  <c:v>5</c:v>
                </c:pt>
                <c:pt idx="29">
                  <c:v>5</c:v>
                </c:pt>
                <c:pt idx="30">
                  <c:v>5</c:v>
                </c:pt>
                <c:pt idx="31">
                  <c:v>5</c:v>
                </c:pt>
                <c:pt idx="32">
                  <c:v>5</c:v>
                </c:pt>
                <c:pt idx="33">
                  <c:v>5</c:v>
                </c:pt>
                <c:pt idx="34">
                  <c:v>5</c:v>
                </c:pt>
                <c:pt idx="35">
                  <c:v>5</c:v>
                </c:pt>
                <c:pt idx="36">
                  <c:v>5</c:v>
                </c:pt>
                <c:pt idx="37">
                  <c:v>5</c:v>
                </c:pt>
                <c:pt idx="38">
                  <c:v>5</c:v>
                </c:pt>
                <c:pt idx="39">
                  <c:v>5</c:v>
                </c:pt>
                <c:pt idx="40">
                  <c:v>5</c:v>
                </c:pt>
                <c:pt idx="41">
                  <c:v>5</c:v>
                </c:pt>
                <c:pt idx="42">
                  <c:v>5</c:v>
                </c:pt>
                <c:pt idx="43">
                  <c:v>5</c:v>
                </c:pt>
                <c:pt idx="44">
                  <c:v>5</c:v>
                </c:pt>
                <c:pt idx="45">
                  <c:v>5</c:v>
                </c:pt>
                <c:pt idx="46">
                  <c:v>5</c:v>
                </c:pt>
                <c:pt idx="47">
                  <c:v>5</c:v>
                </c:pt>
                <c:pt idx="48">
                  <c:v>5</c:v>
                </c:pt>
                <c:pt idx="49">
                  <c:v>5</c:v>
                </c:pt>
                <c:pt idx="50">
                  <c:v>5</c:v>
                </c:pt>
                <c:pt idx="51">
                  <c:v>5</c:v>
                </c:pt>
                <c:pt idx="52">
                  <c:v>5</c:v>
                </c:pt>
                <c:pt idx="53">
                  <c:v>5</c:v>
                </c:pt>
                <c:pt idx="54">
                  <c:v>5</c:v>
                </c:pt>
                <c:pt idx="55">
                  <c:v>5</c:v>
                </c:pt>
                <c:pt idx="56">
                  <c:v>5</c:v>
                </c:pt>
                <c:pt idx="57">
                  <c:v>5</c:v>
                </c:pt>
                <c:pt idx="58">
                  <c:v>5</c:v>
                </c:pt>
                <c:pt idx="59">
                  <c:v>5</c:v>
                </c:pt>
                <c:pt idx="60">
                  <c:v>5</c:v>
                </c:pt>
                <c:pt idx="61">
                  <c:v>5</c:v>
                </c:pt>
                <c:pt idx="62">
                  <c:v>5</c:v>
                </c:pt>
                <c:pt idx="63">
                  <c:v>5</c:v>
                </c:pt>
                <c:pt idx="64">
                  <c:v>5</c:v>
                </c:pt>
                <c:pt idx="65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123-4518-89CB-203D152392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1045743"/>
        <c:axId val="2111059663"/>
      </c:lineChart>
      <c:catAx>
        <c:axId val="211104574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pt-BR"/>
                  <a:t>Data da amostra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</c:title>
        <c:numFmt formatCode="m/d/yyyy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2111059663"/>
        <c:crosses val="autoZero"/>
        <c:auto val="0"/>
        <c:lblAlgn val="ctr"/>
        <c:lblOffset val="100"/>
        <c:noMultiLvlLbl val="0"/>
      </c:catAx>
      <c:valAx>
        <c:axId val="21110596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pt-BR"/>
                  <a:t>ppm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21110457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pt-BR" b="1"/>
              <a:t>Perfil de ferro no Reator#3</a:t>
            </a:r>
          </a:p>
          <a:p>
            <a:pPr>
              <a:defRPr/>
            </a:pPr>
            <a:r>
              <a:rPr lang="pt-BR" sz="1100"/>
              <a:t>Evento: 18/10/2024. Vazamento no plug do reparo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Planilha1!$C$1</c:f>
              <c:strCache>
                <c:ptCount val="1"/>
                <c:pt idx="0">
                  <c:v>Ferro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numRef>
              <c:f>Planilha1!$B$126:$B$156</c:f>
              <c:numCache>
                <c:formatCode>m/d/yyyy\ h:mm</c:formatCode>
                <c:ptCount val="31"/>
                <c:pt idx="0">
                  <c:v>45576.128576388888</c:v>
                </c:pt>
                <c:pt idx="1">
                  <c:v>45576.220902777779</c:v>
                </c:pt>
                <c:pt idx="2">
                  <c:v>45576.221064814818</c:v>
                </c:pt>
                <c:pt idx="3">
                  <c:v>45576.22146990741</c:v>
                </c:pt>
                <c:pt idx="4">
                  <c:v>45576.462592592594</c:v>
                </c:pt>
                <c:pt idx="5">
                  <c:v>45576.462870370371</c:v>
                </c:pt>
                <c:pt idx="6">
                  <c:v>45576.462997685187</c:v>
                </c:pt>
                <c:pt idx="7">
                  <c:v>45576.660567129627</c:v>
                </c:pt>
                <c:pt idx="8">
                  <c:v>45576.660717592589</c:v>
                </c:pt>
                <c:pt idx="9">
                  <c:v>45576.810185185182</c:v>
                </c:pt>
                <c:pt idx="10">
                  <c:v>45576.810358796298</c:v>
                </c:pt>
                <c:pt idx="11">
                  <c:v>45577.129837962966</c:v>
                </c:pt>
                <c:pt idx="12">
                  <c:v>45577.130960648145</c:v>
                </c:pt>
                <c:pt idx="13">
                  <c:v>45577.364004629628</c:v>
                </c:pt>
                <c:pt idx="14">
                  <c:v>45577.526238425926</c:v>
                </c:pt>
                <c:pt idx="15">
                  <c:v>45582.351099537038</c:v>
                </c:pt>
                <c:pt idx="16">
                  <c:v>45582.431435185186</c:v>
                </c:pt>
                <c:pt idx="17">
                  <c:v>45582.489918981482</c:v>
                </c:pt>
                <c:pt idx="18">
                  <c:v>45582.691354166665</c:v>
                </c:pt>
                <c:pt idx="19">
                  <c:v>45582.691504629627</c:v>
                </c:pt>
                <c:pt idx="20">
                  <c:v>45582.691770833335</c:v>
                </c:pt>
                <c:pt idx="21">
                  <c:v>45583.024837962963</c:v>
                </c:pt>
                <c:pt idx="22">
                  <c:v>45583.024988425925</c:v>
                </c:pt>
                <c:pt idx="23">
                  <c:v>45583.02511574074</c:v>
                </c:pt>
                <c:pt idx="24">
                  <c:v>45583.182222222225</c:v>
                </c:pt>
                <c:pt idx="25">
                  <c:v>45583.299155092594</c:v>
                </c:pt>
                <c:pt idx="26">
                  <c:v>45583.299293981479</c:v>
                </c:pt>
                <c:pt idx="27">
                  <c:v>45583.299490740741</c:v>
                </c:pt>
                <c:pt idx="28">
                  <c:v>45583.455775462964</c:v>
                </c:pt>
                <c:pt idx="29">
                  <c:v>45583.558425925927</c:v>
                </c:pt>
                <c:pt idx="30">
                  <c:v>45583.55872685185</c:v>
                </c:pt>
              </c:numCache>
            </c:numRef>
          </c:cat>
          <c:val>
            <c:numRef>
              <c:f>Planilha1!$C$126:$C$156</c:f>
              <c:numCache>
                <c:formatCode>General</c:formatCode>
                <c:ptCount val="31"/>
                <c:pt idx="0">
                  <c:v>1.3</c:v>
                </c:pt>
                <c:pt idx="1">
                  <c:v>1.7</c:v>
                </c:pt>
                <c:pt idx="2">
                  <c:v>2</c:v>
                </c:pt>
                <c:pt idx="3">
                  <c:v>2.1</c:v>
                </c:pt>
                <c:pt idx="4">
                  <c:v>1.9</c:v>
                </c:pt>
                <c:pt idx="5">
                  <c:v>2.4</c:v>
                </c:pt>
                <c:pt idx="6">
                  <c:v>2.1</c:v>
                </c:pt>
                <c:pt idx="7">
                  <c:v>1.4</c:v>
                </c:pt>
                <c:pt idx="8">
                  <c:v>1.4</c:v>
                </c:pt>
                <c:pt idx="9">
                  <c:v>1.5</c:v>
                </c:pt>
                <c:pt idx="10">
                  <c:v>1.3</c:v>
                </c:pt>
                <c:pt idx="11">
                  <c:v>1.1000000000000001</c:v>
                </c:pt>
                <c:pt idx="12">
                  <c:v>1.6</c:v>
                </c:pt>
                <c:pt idx="13">
                  <c:v>1.2</c:v>
                </c:pt>
                <c:pt idx="14">
                  <c:v>1</c:v>
                </c:pt>
                <c:pt idx="15">
                  <c:v>2</c:v>
                </c:pt>
                <c:pt idx="16">
                  <c:v>2.6</c:v>
                </c:pt>
                <c:pt idx="17">
                  <c:v>3.3</c:v>
                </c:pt>
                <c:pt idx="18">
                  <c:v>1.8</c:v>
                </c:pt>
                <c:pt idx="19">
                  <c:v>2.4</c:v>
                </c:pt>
                <c:pt idx="20">
                  <c:v>1.8</c:v>
                </c:pt>
                <c:pt idx="21">
                  <c:v>2.5</c:v>
                </c:pt>
                <c:pt idx="22">
                  <c:v>4.8</c:v>
                </c:pt>
                <c:pt idx="23">
                  <c:v>3.3</c:v>
                </c:pt>
                <c:pt idx="24">
                  <c:v>2.2999999999999998</c:v>
                </c:pt>
                <c:pt idx="25">
                  <c:v>1.46</c:v>
                </c:pt>
                <c:pt idx="26">
                  <c:v>3.2</c:v>
                </c:pt>
                <c:pt idx="27">
                  <c:v>4.2</c:v>
                </c:pt>
                <c:pt idx="28">
                  <c:v>2.9</c:v>
                </c:pt>
                <c:pt idx="29">
                  <c:v>2.8</c:v>
                </c:pt>
                <c:pt idx="30">
                  <c:v>4.0999999999999996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19B-457F-B22F-52E4230422FC}"/>
            </c:ext>
          </c:extLst>
        </c:ser>
        <c:ser>
          <c:idx val="1"/>
          <c:order val="1"/>
          <c:tx>
            <c:strRef>
              <c:f>Planilha1!$D$1</c:f>
              <c:strCache>
                <c:ptCount val="1"/>
                <c:pt idx="0">
                  <c:v>Limite superior de ferro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Planilha1!$B$126:$B$156</c:f>
              <c:numCache>
                <c:formatCode>m/d/yyyy\ h:mm</c:formatCode>
                <c:ptCount val="31"/>
                <c:pt idx="0">
                  <c:v>45576.128576388888</c:v>
                </c:pt>
                <c:pt idx="1">
                  <c:v>45576.220902777779</c:v>
                </c:pt>
                <c:pt idx="2">
                  <c:v>45576.221064814818</c:v>
                </c:pt>
                <c:pt idx="3">
                  <c:v>45576.22146990741</c:v>
                </c:pt>
                <c:pt idx="4">
                  <c:v>45576.462592592594</c:v>
                </c:pt>
                <c:pt idx="5">
                  <c:v>45576.462870370371</c:v>
                </c:pt>
                <c:pt idx="6">
                  <c:v>45576.462997685187</c:v>
                </c:pt>
                <c:pt idx="7">
                  <c:v>45576.660567129627</c:v>
                </c:pt>
                <c:pt idx="8">
                  <c:v>45576.660717592589</c:v>
                </c:pt>
                <c:pt idx="9">
                  <c:v>45576.810185185182</c:v>
                </c:pt>
                <c:pt idx="10">
                  <c:v>45576.810358796298</c:v>
                </c:pt>
                <c:pt idx="11">
                  <c:v>45577.129837962966</c:v>
                </c:pt>
                <c:pt idx="12">
                  <c:v>45577.130960648145</c:v>
                </c:pt>
                <c:pt idx="13">
                  <c:v>45577.364004629628</c:v>
                </c:pt>
                <c:pt idx="14">
                  <c:v>45577.526238425926</c:v>
                </c:pt>
                <c:pt idx="15">
                  <c:v>45582.351099537038</c:v>
                </c:pt>
                <c:pt idx="16">
                  <c:v>45582.431435185186</c:v>
                </c:pt>
                <c:pt idx="17">
                  <c:v>45582.489918981482</c:v>
                </c:pt>
                <c:pt idx="18">
                  <c:v>45582.691354166665</c:v>
                </c:pt>
                <c:pt idx="19">
                  <c:v>45582.691504629627</c:v>
                </c:pt>
                <c:pt idx="20">
                  <c:v>45582.691770833335</c:v>
                </c:pt>
                <c:pt idx="21">
                  <c:v>45583.024837962963</c:v>
                </c:pt>
                <c:pt idx="22">
                  <c:v>45583.024988425925</c:v>
                </c:pt>
                <c:pt idx="23">
                  <c:v>45583.02511574074</c:v>
                </c:pt>
                <c:pt idx="24">
                  <c:v>45583.182222222225</c:v>
                </c:pt>
                <c:pt idx="25">
                  <c:v>45583.299155092594</c:v>
                </c:pt>
                <c:pt idx="26">
                  <c:v>45583.299293981479</c:v>
                </c:pt>
                <c:pt idx="27">
                  <c:v>45583.299490740741</c:v>
                </c:pt>
                <c:pt idx="28">
                  <c:v>45583.455775462964</c:v>
                </c:pt>
                <c:pt idx="29">
                  <c:v>45583.558425925927</c:v>
                </c:pt>
                <c:pt idx="30">
                  <c:v>45583.55872685185</c:v>
                </c:pt>
              </c:numCache>
            </c:numRef>
          </c:cat>
          <c:val>
            <c:numRef>
              <c:f>Planilha1!$D$126:$D$156</c:f>
              <c:numCache>
                <c:formatCode>General</c:formatCode>
                <c:ptCount val="31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  <c:pt idx="7">
                  <c:v>5</c:v>
                </c:pt>
                <c:pt idx="8">
                  <c:v>5</c:v>
                </c:pt>
                <c:pt idx="9">
                  <c:v>5</c:v>
                </c:pt>
                <c:pt idx="10">
                  <c:v>5</c:v>
                </c:pt>
                <c:pt idx="11">
                  <c:v>5</c:v>
                </c:pt>
                <c:pt idx="12">
                  <c:v>5</c:v>
                </c:pt>
                <c:pt idx="13">
                  <c:v>5</c:v>
                </c:pt>
                <c:pt idx="14">
                  <c:v>5</c:v>
                </c:pt>
                <c:pt idx="15">
                  <c:v>5</c:v>
                </c:pt>
                <c:pt idx="16">
                  <c:v>5</c:v>
                </c:pt>
                <c:pt idx="17">
                  <c:v>5</c:v>
                </c:pt>
                <c:pt idx="18">
                  <c:v>5</c:v>
                </c:pt>
                <c:pt idx="19">
                  <c:v>5</c:v>
                </c:pt>
                <c:pt idx="20">
                  <c:v>5</c:v>
                </c:pt>
                <c:pt idx="21">
                  <c:v>5</c:v>
                </c:pt>
                <c:pt idx="22">
                  <c:v>5</c:v>
                </c:pt>
                <c:pt idx="23">
                  <c:v>5</c:v>
                </c:pt>
                <c:pt idx="24">
                  <c:v>5</c:v>
                </c:pt>
                <c:pt idx="25">
                  <c:v>5</c:v>
                </c:pt>
                <c:pt idx="26">
                  <c:v>5</c:v>
                </c:pt>
                <c:pt idx="27">
                  <c:v>5</c:v>
                </c:pt>
                <c:pt idx="28">
                  <c:v>5</c:v>
                </c:pt>
                <c:pt idx="29">
                  <c:v>5</c:v>
                </c:pt>
                <c:pt idx="30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19B-457F-B22F-52E4230422F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1045743"/>
        <c:axId val="2111059663"/>
      </c:lineChart>
      <c:catAx>
        <c:axId val="211104574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pt-BR"/>
                  <a:t>Data da amostra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pt-BR"/>
            </a:p>
          </c:txPr>
        </c:title>
        <c:numFmt formatCode="m/d/yyyy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2111059663"/>
        <c:crosses val="autoZero"/>
        <c:auto val="0"/>
        <c:lblAlgn val="ctr"/>
        <c:lblOffset val="100"/>
        <c:noMultiLvlLbl val="0"/>
      </c:catAx>
      <c:valAx>
        <c:axId val="21110596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pt-BR"/>
                  <a:t>ppm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pt-B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21110457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Arial" panose="020B0604020202020204" pitchFamily="34" charset="0"/>
          <a:cs typeface="Arial" panose="020B0604020202020204" pitchFamily="34" charset="0"/>
        </a:defRPr>
      </a:pPr>
      <a:endParaRPr lang="pt-B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pt-BR" b="1"/>
              <a:t>Perfil de ferro no Reator#1</a:t>
            </a:r>
          </a:p>
          <a:p>
            <a:pPr>
              <a:defRPr/>
            </a:pPr>
            <a:r>
              <a:rPr lang="pt-BR" sz="1100"/>
              <a:t>Evento: 09/03/2025. Vazamento no bocal do radar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Planilha1!$C$1</c:f>
              <c:strCache>
                <c:ptCount val="1"/>
                <c:pt idx="0">
                  <c:v>Ferro</c:v>
                </c:pt>
              </c:strCache>
            </c:strRef>
          </c:tx>
          <c:spPr>
            <a:ln w="28575" cap="rnd">
              <a:solidFill>
                <a:schemeClr val="tx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tx2"/>
                </a:solidFill>
              </a:ln>
              <a:effectLst/>
            </c:spPr>
          </c:marker>
          <c:cat>
            <c:numRef>
              <c:f>Planilha1!$B$157:$B$206</c:f>
              <c:numCache>
                <c:formatCode>m/d/yyyy\ h:mm</c:formatCode>
                <c:ptCount val="50"/>
                <c:pt idx="0">
                  <c:v>45718.14403935185</c:v>
                </c:pt>
                <c:pt idx="1">
                  <c:v>45718.363043981481</c:v>
                </c:pt>
                <c:pt idx="2">
                  <c:v>45718.431342592594</c:v>
                </c:pt>
                <c:pt idx="3">
                  <c:v>45718.431504629632</c:v>
                </c:pt>
                <c:pt idx="4">
                  <c:v>45718.43167824074</c:v>
                </c:pt>
                <c:pt idx="5">
                  <c:v>45718.666122685187</c:v>
                </c:pt>
                <c:pt idx="6">
                  <c:v>45718.780648148146</c:v>
                </c:pt>
                <c:pt idx="7">
                  <c:v>45719.000428240739</c:v>
                </c:pt>
                <c:pt idx="8">
                  <c:v>45719.118680555555</c:v>
                </c:pt>
                <c:pt idx="9">
                  <c:v>45719.118877314817</c:v>
                </c:pt>
                <c:pt idx="10">
                  <c:v>45719.369826388887</c:v>
                </c:pt>
                <c:pt idx="11">
                  <c:v>45720.168877314813</c:v>
                </c:pt>
                <c:pt idx="12">
                  <c:v>45720.169074074074</c:v>
                </c:pt>
                <c:pt idx="13">
                  <c:v>45720.404965277776</c:v>
                </c:pt>
                <c:pt idx="14">
                  <c:v>45720.546840277777</c:v>
                </c:pt>
                <c:pt idx="15">
                  <c:v>45720.548495370371</c:v>
                </c:pt>
                <c:pt idx="16">
                  <c:v>45720.574328703704</c:v>
                </c:pt>
                <c:pt idx="17">
                  <c:v>45720.830393518518</c:v>
                </c:pt>
                <c:pt idx="18">
                  <c:v>45720.831030092595</c:v>
                </c:pt>
                <c:pt idx="19">
                  <c:v>45720.984826388885</c:v>
                </c:pt>
                <c:pt idx="20">
                  <c:v>45721.115439814814</c:v>
                </c:pt>
                <c:pt idx="21">
                  <c:v>45721.11577546296</c:v>
                </c:pt>
                <c:pt idx="22">
                  <c:v>45721.303981481484</c:v>
                </c:pt>
                <c:pt idx="23">
                  <c:v>45721.451585648145</c:v>
                </c:pt>
                <c:pt idx="24">
                  <c:v>45721.488194444442</c:v>
                </c:pt>
                <c:pt idx="25">
                  <c:v>45721.613865740743</c:v>
                </c:pt>
                <c:pt idx="26">
                  <c:v>45721.614479166667</c:v>
                </c:pt>
                <c:pt idx="27">
                  <c:v>45721.856898148151</c:v>
                </c:pt>
                <c:pt idx="28">
                  <c:v>45721.857106481482</c:v>
                </c:pt>
                <c:pt idx="29">
                  <c:v>45721.85733796296</c:v>
                </c:pt>
                <c:pt idx="30">
                  <c:v>45722.12023148148</c:v>
                </c:pt>
                <c:pt idx="31">
                  <c:v>45722.120671296296</c:v>
                </c:pt>
                <c:pt idx="32">
                  <c:v>45723.336145833331</c:v>
                </c:pt>
                <c:pt idx="33">
                  <c:v>45723.458252314813</c:v>
                </c:pt>
                <c:pt idx="34">
                  <c:v>45723.574282407404</c:v>
                </c:pt>
                <c:pt idx="35">
                  <c:v>45723.813379629632</c:v>
                </c:pt>
                <c:pt idx="36">
                  <c:v>45723.814398148148</c:v>
                </c:pt>
                <c:pt idx="37">
                  <c:v>45724.378460648149</c:v>
                </c:pt>
                <c:pt idx="38">
                  <c:v>45724.472372685188</c:v>
                </c:pt>
                <c:pt idx="39">
                  <c:v>45724.472604166665</c:v>
                </c:pt>
                <c:pt idx="40">
                  <c:v>45724.678483796299</c:v>
                </c:pt>
                <c:pt idx="41">
                  <c:v>45724.678738425922</c:v>
                </c:pt>
                <c:pt idx="42">
                  <c:v>45724.885312500002</c:v>
                </c:pt>
                <c:pt idx="43">
                  <c:v>45724.885636574072</c:v>
                </c:pt>
                <c:pt idx="44">
                  <c:v>45725.140289351853</c:v>
                </c:pt>
                <c:pt idx="45">
                  <c:v>45725.140613425923</c:v>
                </c:pt>
                <c:pt idx="46">
                  <c:v>45725.489340277774</c:v>
                </c:pt>
                <c:pt idx="47">
                  <c:v>45725.634317129632</c:v>
                </c:pt>
                <c:pt idx="48">
                  <c:v>45725.728518518517</c:v>
                </c:pt>
                <c:pt idx="49">
                  <c:v>45725.869398148148</c:v>
                </c:pt>
              </c:numCache>
            </c:numRef>
          </c:cat>
          <c:val>
            <c:numRef>
              <c:f>Planilha1!$C$157:$C$206</c:f>
              <c:numCache>
                <c:formatCode>General</c:formatCode>
                <c:ptCount val="50"/>
                <c:pt idx="0">
                  <c:v>3.7</c:v>
                </c:pt>
                <c:pt idx="1">
                  <c:v>3.2</c:v>
                </c:pt>
                <c:pt idx="2">
                  <c:v>3.9</c:v>
                </c:pt>
                <c:pt idx="3">
                  <c:v>2.8</c:v>
                </c:pt>
                <c:pt idx="4">
                  <c:v>4.0999999999999996</c:v>
                </c:pt>
                <c:pt idx="5">
                  <c:v>3.7</c:v>
                </c:pt>
                <c:pt idx="6">
                  <c:v>3.6</c:v>
                </c:pt>
                <c:pt idx="7">
                  <c:v>3.5</c:v>
                </c:pt>
                <c:pt idx="8">
                  <c:v>2.8</c:v>
                </c:pt>
                <c:pt idx="9">
                  <c:v>2.7</c:v>
                </c:pt>
                <c:pt idx="10">
                  <c:v>2.5</c:v>
                </c:pt>
                <c:pt idx="11">
                  <c:v>3.3</c:v>
                </c:pt>
                <c:pt idx="12">
                  <c:v>3.2</c:v>
                </c:pt>
                <c:pt idx="13">
                  <c:v>3.1</c:v>
                </c:pt>
                <c:pt idx="14">
                  <c:v>4.0999999999999996</c:v>
                </c:pt>
                <c:pt idx="15">
                  <c:v>4.0999999999999996</c:v>
                </c:pt>
                <c:pt idx="16">
                  <c:v>2.5</c:v>
                </c:pt>
                <c:pt idx="17">
                  <c:v>1.4</c:v>
                </c:pt>
                <c:pt idx="18">
                  <c:v>1.4</c:v>
                </c:pt>
                <c:pt idx="19">
                  <c:v>2</c:v>
                </c:pt>
                <c:pt idx="20">
                  <c:v>3.4</c:v>
                </c:pt>
                <c:pt idx="21">
                  <c:v>1.8</c:v>
                </c:pt>
                <c:pt idx="22">
                  <c:v>2.1</c:v>
                </c:pt>
                <c:pt idx="23">
                  <c:v>1.1000000000000001</c:v>
                </c:pt>
                <c:pt idx="24">
                  <c:v>2.1</c:v>
                </c:pt>
                <c:pt idx="25">
                  <c:v>1.9</c:v>
                </c:pt>
                <c:pt idx="26">
                  <c:v>2</c:v>
                </c:pt>
                <c:pt idx="27">
                  <c:v>5.0999999999999996</c:v>
                </c:pt>
                <c:pt idx="28">
                  <c:v>2.5</c:v>
                </c:pt>
                <c:pt idx="29">
                  <c:v>2.7</c:v>
                </c:pt>
                <c:pt idx="30">
                  <c:v>1.4</c:v>
                </c:pt>
                <c:pt idx="31">
                  <c:v>1.4</c:v>
                </c:pt>
                <c:pt idx="32">
                  <c:v>3.4</c:v>
                </c:pt>
                <c:pt idx="33">
                  <c:v>4.4000000000000004</c:v>
                </c:pt>
                <c:pt idx="34">
                  <c:v>2.2000000000000002</c:v>
                </c:pt>
                <c:pt idx="35">
                  <c:v>2.4</c:v>
                </c:pt>
                <c:pt idx="36">
                  <c:v>2.7</c:v>
                </c:pt>
                <c:pt idx="37">
                  <c:v>1</c:v>
                </c:pt>
                <c:pt idx="38">
                  <c:v>4.5</c:v>
                </c:pt>
                <c:pt idx="39">
                  <c:v>2.4</c:v>
                </c:pt>
                <c:pt idx="40">
                  <c:v>2.5</c:v>
                </c:pt>
                <c:pt idx="41">
                  <c:v>3.6</c:v>
                </c:pt>
                <c:pt idx="42">
                  <c:v>3.5</c:v>
                </c:pt>
                <c:pt idx="43">
                  <c:v>3.8</c:v>
                </c:pt>
                <c:pt idx="44">
                  <c:v>3.7</c:v>
                </c:pt>
                <c:pt idx="45">
                  <c:v>3.7</c:v>
                </c:pt>
                <c:pt idx="46">
                  <c:v>2.5</c:v>
                </c:pt>
                <c:pt idx="47">
                  <c:v>4.5</c:v>
                </c:pt>
                <c:pt idx="48">
                  <c:v>2.1</c:v>
                </c:pt>
                <c:pt idx="49">
                  <c:v>5.8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901-4A6B-B321-B387C1127C6B}"/>
            </c:ext>
          </c:extLst>
        </c:ser>
        <c:ser>
          <c:idx val="1"/>
          <c:order val="1"/>
          <c:tx>
            <c:strRef>
              <c:f>Planilha1!$D$1</c:f>
              <c:strCache>
                <c:ptCount val="1"/>
                <c:pt idx="0">
                  <c:v>Limite superior de ferro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Planilha1!$B$157:$B$206</c:f>
              <c:numCache>
                <c:formatCode>m/d/yyyy\ h:mm</c:formatCode>
                <c:ptCount val="50"/>
                <c:pt idx="0">
                  <c:v>45718.14403935185</c:v>
                </c:pt>
                <c:pt idx="1">
                  <c:v>45718.363043981481</c:v>
                </c:pt>
                <c:pt idx="2">
                  <c:v>45718.431342592594</c:v>
                </c:pt>
                <c:pt idx="3">
                  <c:v>45718.431504629632</c:v>
                </c:pt>
                <c:pt idx="4">
                  <c:v>45718.43167824074</c:v>
                </c:pt>
                <c:pt idx="5">
                  <c:v>45718.666122685187</c:v>
                </c:pt>
                <c:pt idx="6">
                  <c:v>45718.780648148146</c:v>
                </c:pt>
                <c:pt idx="7">
                  <c:v>45719.000428240739</c:v>
                </c:pt>
                <c:pt idx="8">
                  <c:v>45719.118680555555</c:v>
                </c:pt>
                <c:pt idx="9">
                  <c:v>45719.118877314817</c:v>
                </c:pt>
                <c:pt idx="10">
                  <c:v>45719.369826388887</c:v>
                </c:pt>
                <c:pt idx="11">
                  <c:v>45720.168877314813</c:v>
                </c:pt>
                <c:pt idx="12">
                  <c:v>45720.169074074074</c:v>
                </c:pt>
                <c:pt idx="13">
                  <c:v>45720.404965277776</c:v>
                </c:pt>
                <c:pt idx="14">
                  <c:v>45720.546840277777</c:v>
                </c:pt>
                <c:pt idx="15">
                  <c:v>45720.548495370371</c:v>
                </c:pt>
                <c:pt idx="16">
                  <c:v>45720.574328703704</c:v>
                </c:pt>
                <c:pt idx="17">
                  <c:v>45720.830393518518</c:v>
                </c:pt>
                <c:pt idx="18">
                  <c:v>45720.831030092595</c:v>
                </c:pt>
                <c:pt idx="19">
                  <c:v>45720.984826388885</c:v>
                </c:pt>
                <c:pt idx="20">
                  <c:v>45721.115439814814</c:v>
                </c:pt>
                <c:pt idx="21">
                  <c:v>45721.11577546296</c:v>
                </c:pt>
                <c:pt idx="22">
                  <c:v>45721.303981481484</c:v>
                </c:pt>
                <c:pt idx="23">
                  <c:v>45721.451585648145</c:v>
                </c:pt>
                <c:pt idx="24">
                  <c:v>45721.488194444442</c:v>
                </c:pt>
                <c:pt idx="25">
                  <c:v>45721.613865740743</c:v>
                </c:pt>
                <c:pt idx="26">
                  <c:v>45721.614479166667</c:v>
                </c:pt>
                <c:pt idx="27">
                  <c:v>45721.856898148151</c:v>
                </c:pt>
                <c:pt idx="28">
                  <c:v>45721.857106481482</c:v>
                </c:pt>
                <c:pt idx="29">
                  <c:v>45721.85733796296</c:v>
                </c:pt>
                <c:pt idx="30">
                  <c:v>45722.12023148148</c:v>
                </c:pt>
                <c:pt idx="31">
                  <c:v>45722.120671296296</c:v>
                </c:pt>
                <c:pt idx="32">
                  <c:v>45723.336145833331</c:v>
                </c:pt>
                <c:pt idx="33">
                  <c:v>45723.458252314813</c:v>
                </c:pt>
                <c:pt idx="34">
                  <c:v>45723.574282407404</c:v>
                </c:pt>
                <c:pt idx="35">
                  <c:v>45723.813379629632</c:v>
                </c:pt>
                <c:pt idx="36">
                  <c:v>45723.814398148148</c:v>
                </c:pt>
                <c:pt idx="37">
                  <c:v>45724.378460648149</c:v>
                </c:pt>
                <c:pt idx="38">
                  <c:v>45724.472372685188</c:v>
                </c:pt>
                <c:pt idx="39">
                  <c:v>45724.472604166665</c:v>
                </c:pt>
                <c:pt idx="40">
                  <c:v>45724.678483796299</c:v>
                </c:pt>
                <c:pt idx="41">
                  <c:v>45724.678738425922</c:v>
                </c:pt>
                <c:pt idx="42">
                  <c:v>45724.885312500002</c:v>
                </c:pt>
                <c:pt idx="43">
                  <c:v>45724.885636574072</c:v>
                </c:pt>
                <c:pt idx="44">
                  <c:v>45725.140289351853</c:v>
                </c:pt>
                <c:pt idx="45">
                  <c:v>45725.140613425923</c:v>
                </c:pt>
                <c:pt idx="46">
                  <c:v>45725.489340277774</c:v>
                </c:pt>
                <c:pt idx="47">
                  <c:v>45725.634317129632</c:v>
                </c:pt>
                <c:pt idx="48">
                  <c:v>45725.728518518517</c:v>
                </c:pt>
                <c:pt idx="49">
                  <c:v>45725.869398148148</c:v>
                </c:pt>
              </c:numCache>
            </c:numRef>
          </c:cat>
          <c:val>
            <c:numRef>
              <c:f>Planilha1!$D$157:$D$206</c:f>
              <c:numCache>
                <c:formatCode>General</c:formatCode>
                <c:ptCount val="50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  <c:pt idx="7">
                  <c:v>5</c:v>
                </c:pt>
                <c:pt idx="8">
                  <c:v>5</c:v>
                </c:pt>
                <c:pt idx="9">
                  <c:v>5</c:v>
                </c:pt>
                <c:pt idx="10">
                  <c:v>5</c:v>
                </c:pt>
                <c:pt idx="11">
                  <c:v>5</c:v>
                </c:pt>
                <c:pt idx="12">
                  <c:v>5</c:v>
                </c:pt>
                <c:pt idx="13">
                  <c:v>5</c:v>
                </c:pt>
                <c:pt idx="14">
                  <c:v>5</c:v>
                </c:pt>
                <c:pt idx="15">
                  <c:v>5</c:v>
                </c:pt>
                <c:pt idx="16">
                  <c:v>5</c:v>
                </c:pt>
                <c:pt idx="17">
                  <c:v>5</c:v>
                </c:pt>
                <c:pt idx="18">
                  <c:v>5</c:v>
                </c:pt>
                <c:pt idx="19">
                  <c:v>5</c:v>
                </c:pt>
                <c:pt idx="20">
                  <c:v>5</c:v>
                </c:pt>
                <c:pt idx="21">
                  <c:v>5</c:v>
                </c:pt>
                <c:pt idx="22">
                  <c:v>5</c:v>
                </c:pt>
                <c:pt idx="23">
                  <c:v>5</c:v>
                </c:pt>
                <c:pt idx="24">
                  <c:v>5</c:v>
                </c:pt>
                <c:pt idx="25">
                  <c:v>5</c:v>
                </c:pt>
                <c:pt idx="26">
                  <c:v>5</c:v>
                </c:pt>
                <c:pt idx="27">
                  <c:v>5</c:v>
                </c:pt>
                <c:pt idx="28">
                  <c:v>5</c:v>
                </c:pt>
                <c:pt idx="29">
                  <c:v>5</c:v>
                </c:pt>
                <c:pt idx="30">
                  <c:v>5</c:v>
                </c:pt>
                <c:pt idx="31">
                  <c:v>5</c:v>
                </c:pt>
                <c:pt idx="32">
                  <c:v>5</c:v>
                </c:pt>
                <c:pt idx="33">
                  <c:v>5</c:v>
                </c:pt>
                <c:pt idx="34">
                  <c:v>5</c:v>
                </c:pt>
                <c:pt idx="35">
                  <c:v>5</c:v>
                </c:pt>
                <c:pt idx="36">
                  <c:v>5</c:v>
                </c:pt>
                <c:pt idx="37">
                  <c:v>5</c:v>
                </c:pt>
                <c:pt idx="38">
                  <c:v>5</c:v>
                </c:pt>
                <c:pt idx="39">
                  <c:v>5</c:v>
                </c:pt>
                <c:pt idx="40">
                  <c:v>5</c:v>
                </c:pt>
                <c:pt idx="41">
                  <c:v>5</c:v>
                </c:pt>
                <c:pt idx="42">
                  <c:v>5</c:v>
                </c:pt>
                <c:pt idx="43">
                  <c:v>5</c:v>
                </c:pt>
                <c:pt idx="44">
                  <c:v>5</c:v>
                </c:pt>
                <c:pt idx="45">
                  <c:v>5</c:v>
                </c:pt>
                <c:pt idx="46">
                  <c:v>5</c:v>
                </c:pt>
                <c:pt idx="47">
                  <c:v>5</c:v>
                </c:pt>
                <c:pt idx="48">
                  <c:v>5</c:v>
                </c:pt>
                <c:pt idx="49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901-4A6B-B321-B387C1127C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1045743"/>
        <c:axId val="2111059663"/>
      </c:lineChart>
      <c:catAx>
        <c:axId val="211104574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pt-BR"/>
                  <a:t>Data</a:t>
                </a:r>
                <a:r>
                  <a:rPr lang="pt-BR" baseline="0"/>
                  <a:t> da amostra</a:t>
                </a:r>
                <a:endParaRPr lang="pt-BR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pt-BR"/>
            </a:p>
          </c:txPr>
        </c:title>
        <c:numFmt formatCode="m/d/yyyy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2111059663"/>
        <c:crosses val="autoZero"/>
        <c:auto val="0"/>
        <c:lblAlgn val="ctr"/>
        <c:lblOffset val="100"/>
        <c:noMultiLvlLbl val="0"/>
      </c:catAx>
      <c:valAx>
        <c:axId val="21110596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pt-BR"/>
                  <a:t>ppm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pt-B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21110457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Arial" panose="020B0604020202020204" pitchFamily="34" charset="0"/>
          <a:cs typeface="Arial" panose="020B0604020202020204" pitchFamily="34" charset="0"/>
        </a:defRPr>
      </a:pPr>
      <a:endParaRPr lang="pt-B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pt-BR" b="1"/>
              <a:t>Perfil de ferro no Reator#2</a:t>
            </a:r>
          </a:p>
          <a:p>
            <a:pPr>
              <a:defRPr/>
            </a:pPr>
            <a:r>
              <a:rPr lang="pt-BR" sz="1100"/>
              <a:t>Evento: 13/06/2025. Vazamento por dano no vitrificado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Planilha1!$C$1</c:f>
              <c:strCache>
                <c:ptCount val="1"/>
                <c:pt idx="0">
                  <c:v>Ferro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4"/>
                </a:solidFill>
              </a:ln>
              <a:effectLst/>
            </c:spPr>
          </c:marker>
          <c:cat>
            <c:numRef>
              <c:f>Planilha1!$B$207:$B$224</c:f>
              <c:numCache>
                <c:formatCode>m/d/yyyy\ h:mm</c:formatCode>
                <c:ptCount val="18"/>
                <c:pt idx="0">
                  <c:v>45814.126712962963</c:v>
                </c:pt>
                <c:pt idx="1">
                  <c:v>45814.129664351851</c:v>
                </c:pt>
                <c:pt idx="2">
                  <c:v>45814.275543981479</c:v>
                </c:pt>
                <c:pt idx="3">
                  <c:v>45815.420092592591</c:v>
                </c:pt>
                <c:pt idx="4">
                  <c:v>45815.463391203702</c:v>
                </c:pt>
                <c:pt idx="5">
                  <c:v>45816.319884259261</c:v>
                </c:pt>
                <c:pt idx="6">
                  <c:v>45816.987013888887</c:v>
                </c:pt>
                <c:pt idx="7">
                  <c:v>45816.987314814818</c:v>
                </c:pt>
                <c:pt idx="8">
                  <c:v>45817.107418981483</c:v>
                </c:pt>
                <c:pt idx="9">
                  <c:v>45817.337222222224</c:v>
                </c:pt>
                <c:pt idx="10">
                  <c:v>45817.523472222223</c:v>
                </c:pt>
                <c:pt idx="11">
                  <c:v>45821.145740740743</c:v>
                </c:pt>
                <c:pt idx="12">
                  <c:v>45821.250613425924</c:v>
                </c:pt>
                <c:pt idx="13">
                  <c:v>45821.250752314816</c:v>
                </c:pt>
                <c:pt idx="14">
                  <c:v>45821.50503472222</c:v>
                </c:pt>
                <c:pt idx="15">
                  <c:v>45821.516331018516</c:v>
                </c:pt>
                <c:pt idx="16">
                  <c:v>45821.660034722219</c:v>
                </c:pt>
                <c:pt idx="17">
                  <c:v>45821.660162037035</c:v>
                </c:pt>
              </c:numCache>
            </c:numRef>
          </c:cat>
          <c:val>
            <c:numRef>
              <c:f>Planilha1!$C$207:$C$224</c:f>
              <c:numCache>
                <c:formatCode>General</c:formatCode>
                <c:ptCount val="18"/>
                <c:pt idx="0">
                  <c:v>2.2000000000000002</c:v>
                </c:pt>
                <c:pt idx="1">
                  <c:v>2</c:v>
                </c:pt>
                <c:pt idx="2">
                  <c:v>1.7</c:v>
                </c:pt>
                <c:pt idx="3">
                  <c:v>2.7</c:v>
                </c:pt>
                <c:pt idx="4">
                  <c:v>2.9</c:v>
                </c:pt>
                <c:pt idx="5">
                  <c:v>1</c:v>
                </c:pt>
                <c:pt idx="6">
                  <c:v>6.6</c:v>
                </c:pt>
                <c:pt idx="7">
                  <c:v>2.8</c:v>
                </c:pt>
                <c:pt idx="8">
                  <c:v>2.6</c:v>
                </c:pt>
                <c:pt idx="9">
                  <c:v>2</c:v>
                </c:pt>
                <c:pt idx="10">
                  <c:v>3</c:v>
                </c:pt>
                <c:pt idx="11">
                  <c:v>1.9</c:v>
                </c:pt>
                <c:pt idx="12">
                  <c:v>1.8</c:v>
                </c:pt>
                <c:pt idx="13">
                  <c:v>1.8</c:v>
                </c:pt>
                <c:pt idx="14">
                  <c:v>1.4</c:v>
                </c:pt>
                <c:pt idx="15">
                  <c:v>2.4</c:v>
                </c:pt>
                <c:pt idx="16">
                  <c:v>2.5</c:v>
                </c:pt>
                <c:pt idx="17">
                  <c:v>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27D-4003-BCED-7C8EC822232B}"/>
            </c:ext>
          </c:extLst>
        </c:ser>
        <c:ser>
          <c:idx val="1"/>
          <c:order val="1"/>
          <c:tx>
            <c:strRef>
              <c:f>Planilha1!$D$1</c:f>
              <c:strCache>
                <c:ptCount val="1"/>
                <c:pt idx="0">
                  <c:v>Limite superior de ferro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Planilha1!$B$207:$B$224</c:f>
              <c:numCache>
                <c:formatCode>m/d/yyyy\ h:mm</c:formatCode>
                <c:ptCount val="18"/>
                <c:pt idx="0">
                  <c:v>45814.126712962963</c:v>
                </c:pt>
                <c:pt idx="1">
                  <c:v>45814.129664351851</c:v>
                </c:pt>
                <c:pt idx="2">
                  <c:v>45814.275543981479</c:v>
                </c:pt>
                <c:pt idx="3">
                  <c:v>45815.420092592591</c:v>
                </c:pt>
                <c:pt idx="4">
                  <c:v>45815.463391203702</c:v>
                </c:pt>
                <c:pt idx="5">
                  <c:v>45816.319884259261</c:v>
                </c:pt>
                <c:pt idx="6">
                  <c:v>45816.987013888887</c:v>
                </c:pt>
                <c:pt idx="7">
                  <c:v>45816.987314814818</c:v>
                </c:pt>
                <c:pt idx="8">
                  <c:v>45817.107418981483</c:v>
                </c:pt>
                <c:pt idx="9">
                  <c:v>45817.337222222224</c:v>
                </c:pt>
                <c:pt idx="10">
                  <c:v>45817.523472222223</c:v>
                </c:pt>
                <c:pt idx="11">
                  <c:v>45821.145740740743</c:v>
                </c:pt>
                <c:pt idx="12">
                  <c:v>45821.250613425924</c:v>
                </c:pt>
                <c:pt idx="13">
                  <c:v>45821.250752314816</c:v>
                </c:pt>
                <c:pt idx="14">
                  <c:v>45821.50503472222</c:v>
                </c:pt>
                <c:pt idx="15">
                  <c:v>45821.516331018516</c:v>
                </c:pt>
                <c:pt idx="16">
                  <c:v>45821.660034722219</c:v>
                </c:pt>
                <c:pt idx="17">
                  <c:v>45821.660162037035</c:v>
                </c:pt>
              </c:numCache>
            </c:numRef>
          </c:cat>
          <c:val>
            <c:numRef>
              <c:f>Planilha1!$D$207:$D$224</c:f>
              <c:numCache>
                <c:formatCode>General</c:formatCode>
                <c:ptCount val="18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  <c:pt idx="7">
                  <c:v>5</c:v>
                </c:pt>
                <c:pt idx="8">
                  <c:v>5</c:v>
                </c:pt>
                <c:pt idx="9">
                  <c:v>5</c:v>
                </c:pt>
                <c:pt idx="10">
                  <c:v>5</c:v>
                </c:pt>
                <c:pt idx="11">
                  <c:v>5</c:v>
                </c:pt>
                <c:pt idx="12">
                  <c:v>5</c:v>
                </c:pt>
                <c:pt idx="13">
                  <c:v>5</c:v>
                </c:pt>
                <c:pt idx="14">
                  <c:v>5</c:v>
                </c:pt>
                <c:pt idx="15">
                  <c:v>5</c:v>
                </c:pt>
                <c:pt idx="16">
                  <c:v>5</c:v>
                </c:pt>
                <c:pt idx="17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27D-4003-BCED-7C8EC82223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1045743"/>
        <c:axId val="2111059663"/>
      </c:lineChart>
      <c:catAx>
        <c:axId val="211104574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pt-BR"/>
                  <a:t>Data</a:t>
                </a:r>
                <a:r>
                  <a:rPr lang="pt-BR" baseline="0"/>
                  <a:t> da amostra</a:t>
                </a:r>
                <a:endParaRPr lang="pt-BR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pt-BR"/>
            </a:p>
          </c:txPr>
        </c:title>
        <c:numFmt formatCode="m/d/yyyy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2111059663"/>
        <c:crosses val="autoZero"/>
        <c:auto val="0"/>
        <c:lblAlgn val="ctr"/>
        <c:lblOffset val="100"/>
        <c:noMultiLvlLbl val="0"/>
      </c:catAx>
      <c:valAx>
        <c:axId val="21110596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pt-BR"/>
                  <a:t>ppm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pt-B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21110457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Arial" panose="020B0604020202020204" pitchFamily="34" charset="0"/>
          <a:cs typeface="Arial" panose="020B0604020202020204" pitchFamily="34" charset="0"/>
        </a:defRPr>
      </a:pPr>
      <a:endParaRPr lang="pt-B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 b="1" dirty="0"/>
              <a:t>Eventos com ferro acima</a:t>
            </a:r>
            <a:r>
              <a:rPr lang="pt-BR" b="1" baseline="0" dirty="0"/>
              <a:t> de 5 </a:t>
            </a:r>
            <a:r>
              <a:rPr lang="pt-BR" b="1" baseline="0" dirty="0" err="1"/>
              <a:t>ppm</a:t>
            </a:r>
            <a:endParaRPr lang="pt-BR" b="1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'Ferro alto'!$B$2</c:f>
              <c:strCache>
                <c:ptCount val="1"/>
                <c:pt idx="0">
                  <c:v>S/ falha</c:v>
                </c:pt>
              </c:strCache>
            </c:strRef>
          </c:tx>
          <c:spPr>
            <a:solidFill>
              <a:schemeClr val="accent1">
                <a:tint val="77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'Ferro alto'!$A$3:$A$11</c:f>
              <c:numCache>
                <c:formatCode>General</c:formatCode>
                <c:ptCount val="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</c:numCache>
            </c:numRef>
          </c:cat>
          <c:val>
            <c:numRef>
              <c:f>'Ferro alto'!$B$3:$B$11</c:f>
              <c:numCache>
                <c:formatCode>General</c:formatCode>
                <c:ptCount val="9"/>
                <c:pt idx="0">
                  <c:v>20</c:v>
                </c:pt>
                <c:pt idx="1">
                  <c:v>40</c:v>
                </c:pt>
                <c:pt idx="2">
                  <c:v>31</c:v>
                </c:pt>
                <c:pt idx="3">
                  <c:v>21</c:v>
                </c:pt>
                <c:pt idx="4">
                  <c:v>30</c:v>
                </c:pt>
                <c:pt idx="5">
                  <c:v>16</c:v>
                </c:pt>
                <c:pt idx="6">
                  <c:v>28</c:v>
                </c:pt>
                <c:pt idx="7">
                  <c:v>39</c:v>
                </c:pt>
                <c:pt idx="8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D73-46E7-B0E8-C7D40DAEE444}"/>
            </c:ext>
          </c:extLst>
        </c:ser>
        <c:ser>
          <c:idx val="1"/>
          <c:order val="1"/>
          <c:tx>
            <c:strRef>
              <c:f>'Ferro alto'!$C$2</c:f>
              <c:strCache>
                <c:ptCount val="1"/>
                <c:pt idx="0">
                  <c:v>C/ falha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'Ferro alto'!$A$3:$A$11</c:f>
              <c:numCache>
                <c:formatCode>General</c:formatCode>
                <c:ptCount val="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</c:numCache>
            </c:numRef>
          </c:cat>
          <c:val>
            <c:numRef>
              <c:f>'Ferro alto'!$C$3:$C$11</c:f>
              <c:numCache>
                <c:formatCode>General</c:formatCode>
                <c:ptCount val="9"/>
                <c:pt idx="0">
                  <c:v>1</c:v>
                </c:pt>
                <c:pt idx="1">
                  <c:v>1</c:v>
                </c:pt>
                <c:pt idx="2">
                  <c:v>0</c:v>
                </c:pt>
                <c:pt idx="3">
                  <c:v>3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D73-46E7-B0E8-C7D40DAEE44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266066575"/>
        <c:axId val="1266063215"/>
      </c:barChart>
      <c:catAx>
        <c:axId val="126606657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pt-BR"/>
                  <a:t>Ano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266063215"/>
        <c:crosses val="autoZero"/>
        <c:auto val="1"/>
        <c:lblAlgn val="ctr"/>
        <c:lblOffset val="100"/>
        <c:noMultiLvlLbl val="1"/>
      </c:catAx>
      <c:valAx>
        <c:axId val="1266063215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pt-BR"/>
                  <a:t>Quantidade de eventos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26606657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/>
              <a:t>Eventos</a:t>
            </a:r>
            <a:r>
              <a:rPr lang="pt-BR" baseline="0"/>
              <a:t> com ferro acima de 5 ppm por reator</a:t>
            </a:r>
            <a:endParaRPr lang="pt-BR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'Ferro alto'!$B$26</c:f>
              <c:strCache>
                <c:ptCount val="1"/>
                <c:pt idx="0">
                  <c:v>Reator #1</c:v>
                </c:pt>
              </c:strCache>
            </c:strRef>
          </c:tx>
          <c:spPr>
            <a:solidFill>
              <a:srgbClr val="D30F4B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'Ferro alto'!$A$27:$A$35</c:f>
              <c:numCache>
                <c:formatCode>General</c:formatCode>
                <c:ptCount val="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</c:numCache>
            </c:numRef>
          </c:cat>
          <c:val>
            <c:numRef>
              <c:f>'Ferro alto'!$B$27:$B$35</c:f>
              <c:numCache>
                <c:formatCode>General</c:formatCode>
                <c:ptCount val="9"/>
                <c:pt idx="0">
                  <c:v>5</c:v>
                </c:pt>
                <c:pt idx="1">
                  <c:v>15</c:v>
                </c:pt>
                <c:pt idx="2">
                  <c:v>9</c:v>
                </c:pt>
                <c:pt idx="3">
                  <c:v>7</c:v>
                </c:pt>
                <c:pt idx="4">
                  <c:v>17</c:v>
                </c:pt>
                <c:pt idx="5">
                  <c:v>9</c:v>
                </c:pt>
                <c:pt idx="6">
                  <c:v>6</c:v>
                </c:pt>
                <c:pt idx="7">
                  <c:v>16</c:v>
                </c:pt>
                <c:pt idx="8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DC-4F06-9D10-C6B3B2626F9E}"/>
            </c:ext>
          </c:extLst>
        </c:ser>
        <c:ser>
          <c:idx val="1"/>
          <c:order val="1"/>
          <c:tx>
            <c:strRef>
              <c:f>'Ferro alto'!$C$26</c:f>
              <c:strCache>
                <c:ptCount val="1"/>
                <c:pt idx="0">
                  <c:v>Reator #2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'Ferro alto'!$A$27:$A$35</c:f>
              <c:numCache>
                <c:formatCode>General</c:formatCode>
                <c:ptCount val="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</c:numCache>
            </c:numRef>
          </c:cat>
          <c:val>
            <c:numRef>
              <c:f>'Ferro alto'!$C$27:$C$35</c:f>
              <c:numCache>
                <c:formatCode>General</c:formatCode>
                <c:ptCount val="9"/>
                <c:pt idx="0">
                  <c:v>6</c:v>
                </c:pt>
                <c:pt idx="1">
                  <c:v>14</c:v>
                </c:pt>
                <c:pt idx="2">
                  <c:v>9</c:v>
                </c:pt>
                <c:pt idx="3">
                  <c:v>12</c:v>
                </c:pt>
                <c:pt idx="4">
                  <c:v>8</c:v>
                </c:pt>
                <c:pt idx="5">
                  <c:v>4</c:v>
                </c:pt>
                <c:pt idx="6">
                  <c:v>20</c:v>
                </c:pt>
                <c:pt idx="7">
                  <c:v>21</c:v>
                </c:pt>
                <c:pt idx="8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1DC-4F06-9D10-C6B3B2626F9E}"/>
            </c:ext>
          </c:extLst>
        </c:ser>
        <c:ser>
          <c:idx val="2"/>
          <c:order val="2"/>
          <c:tx>
            <c:strRef>
              <c:f>'Ferro alto'!$D$26</c:f>
              <c:strCache>
                <c:ptCount val="1"/>
                <c:pt idx="0">
                  <c:v>Reator #3</c:v>
                </c:pt>
              </c:strCache>
            </c:strRef>
          </c:tx>
          <c:spPr>
            <a:solidFill>
              <a:srgbClr val="00BCF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'Ferro alto'!$A$27:$A$35</c:f>
              <c:numCache>
                <c:formatCode>General</c:formatCode>
                <c:ptCount val="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</c:numCache>
            </c:numRef>
          </c:cat>
          <c:val>
            <c:numRef>
              <c:f>'Ferro alto'!$D$27:$D$35</c:f>
              <c:numCache>
                <c:formatCode>General</c:formatCode>
                <c:ptCount val="9"/>
                <c:pt idx="0">
                  <c:v>10</c:v>
                </c:pt>
                <c:pt idx="1">
                  <c:v>12</c:v>
                </c:pt>
                <c:pt idx="2">
                  <c:v>13</c:v>
                </c:pt>
                <c:pt idx="3">
                  <c:v>5</c:v>
                </c:pt>
                <c:pt idx="4">
                  <c:v>5</c:v>
                </c:pt>
                <c:pt idx="5">
                  <c:v>3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1DC-4F06-9D10-C6B3B2626F9E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04716592"/>
        <c:axId val="104727632"/>
      </c:barChart>
      <c:catAx>
        <c:axId val="10471659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pt-BR"/>
                  <a:t>Ano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</c:title>
        <c:numFmt formatCode="General" sourceLinked="1"/>
        <c:majorTickMark val="in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04727632"/>
        <c:crosses val="autoZero"/>
        <c:auto val="1"/>
        <c:lblAlgn val="ctr"/>
        <c:lblOffset val="100"/>
        <c:noMultiLvlLbl val="0"/>
      </c:catAx>
      <c:valAx>
        <c:axId val="104727632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pt-BR"/>
                  <a:t>Quantidade de eventos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</c:title>
        <c:numFmt formatCode="General" sourceLinked="1"/>
        <c:majorTickMark val="in"/>
        <c:minorTickMark val="none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047165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withinLinearReversed" id="21">
  <a:schemeClr val="accent1"/>
</cs:colorStyle>
</file>

<file path=ppt/charts/colors12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Header Placeholder 1"/>
          <p:cNvSpPr>
            <a:spLocks noGrp="1"/>
          </p:cNvSpPr>
          <p:nvPr>
            <p:ph type="hdr" sz="quarter"/>
          </p:nvPr>
        </p:nvSpPr>
        <p:spPr bwMode="gray">
          <a:xfrm>
            <a:off x="182216" y="176715"/>
            <a:ext cx="5983605" cy="178569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700"/>
            </a:lvl1pPr>
            <a:lvl2pPr marL="4563" indent="0">
              <a:defRPr sz="700"/>
            </a:lvl2pPr>
            <a:lvl3pPr marL="0" indent="0">
              <a:defRPr sz="700"/>
            </a:lvl3pPr>
            <a:lvl4pPr marL="4563" indent="0">
              <a:defRPr sz="700"/>
            </a:lvl4pPr>
            <a:lvl5pPr marL="0" indent="0">
              <a:defRPr sz="700"/>
            </a:lvl5pPr>
            <a:lvl6pPr marL="4563" indent="0">
              <a:defRPr sz="700"/>
            </a:lvl6pPr>
            <a:lvl7pPr marL="0" indent="0">
              <a:defRPr sz="700"/>
            </a:lvl7pPr>
            <a:lvl8pPr marL="4563" indent="0">
              <a:defRPr sz="700"/>
            </a:lvl8pPr>
            <a:lvl9pPr marL="0" indent="0">
              <a:defRPr sz="700"/>
            </a:lvl9pPr>
          </a:lstStyle>
          <a:p>
            <a:endParaRPr lang="en-US" dirty="0"/>
          </a:p>
        </p:txBody>
      </p:sp>
      <p:sp>
        <p:nvSpPr>
          <p:cNvPr id="12" name="Date Placeholder 2"/>
          <p:cNvSpPr>
            <a:spLocks noGrp="1"/>
          </p:cNvSpPr>
          <p:nvPr>
            <p:ph type="dt" sz="quarter" idx="1"/>
          </p:nvPr>
        </p:nvSpPr>
        <p:spPr bwMode="gray">
          <a:xfrm>
            <a:off x="6216864" y="9671310"/>
            <a:ext cx="492259" cy="178569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700">
                <a:noFill/>
              </a:defRPr>
            </a:lvl1pPr>
            <a:lvl2pPr marL="0" indent="0">
              <a:defRPr sz="700">
                <a:noFill/>
              </a:defRPr>
            </a:lvl2pPr>
            <a:lvl3pPr marL="0" indent="0" algn="l">
              <a:defRPr sz="700">
                <a:noFill/>
              </a:defRPr>
            </a:lvl3pPr>
            <a:lvl4pPr marL="0" indent="0">
              <a:defRPr sz="700">
                <a:noFill/>
              </a:defRPr>
            </a:lvl4pPr>
            <a:lvl5pPr marL="0" indent="0">
              <a:defRPr sz="700">
                <a:noFill/>
              </a:defRPr>
            </a:lvl5pPr>
            <a:lvl6pPr marL="0" indent="0">
              <a:defRPr sz="700">
                <a:noFill/>
              </a:defRPr>
            </a:lvl6pPr>
            <a:lvl7pPr marL="0" indent="0">
              <a:defRPr sz="700">
                <a:noFill/>
              </a:defRPr>
            </a:lvl7pPr>
            <a:lvl8pPr marL="0" indent="0">
              <a:defRPr sz="700">
                <a:noFill/>
              </a:defRPr>
            </a:lvl8pPr>
            <a:lvl9pPr marL="0" indent="0">
              <a:defRPr sz="700">
                <a:noFill/>
              </a:defRPr>
            </a:lvl9pPr>
          </a:lstStyle>
          <a:p>
            <a:fld id="{D4C110CA-FC68-43DA-BD62-0A387A11A067}" type="datetimeFigureOut">
              <a:rPr lang="en-US" smtClean="0"/>
              <a:pPr/>
              <a:t>8/7/2026</a:t>
            </a:fld>
            <a:endParaRPr lang="en-US" dirty="0"/>
          </a:p>
        </p:txBody>
      </p:sp>
      <p:sp>
        <p:nvSpPr>
          <p:cNvPr id="13" name="Footer Placeholder 3"/>
          <p:cNvSpPr>
            <a:spLocks noGrp="1"/>
          </p:cNvSpPr>
          <p:nvPr>
            <p:ph type="ftr" sz="quarter" idx="2"/>
          </p:nvPr>
        </p:nvSpPr>
        <p:spPr bwMode="gray">
          <a:xfrm>
            <a:off x="494926" y="9671310"/>
            <a:ext cx="5567925" cy="178569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700"/>
            </a:lvl1pPr>
            <a:lvl2pPr marL="4563" indent="0">
              <a:defRPr sz="700">
                <a:solidFill>
                  <a:schemeClr val="tx1"/>
                </a:solidFill>
              </a:defRPr>
            </a:lvl2pPr>
            <a:lvl3pPr marL="0" indent="0">
              <a:defRPr sz="700"/>
            </a:lvl3pPr>
            <a:lvl4pPr marL="4563" indent="0">
              <a:defRPr sz="700"/>
            </a:lvl4pPr>
            <a:lvl5pPr marL="0" indent="0">
              <a:defRPr sz="700"/>
            </a:lvl5pPr>
            <a:lvl6pPr marL="4563" indent="0">
              <a:defRPr sz="700"/>
            </a:lvl6pPr>
            <a:lvl7pPr marL="0" indent="0">
              <a:defRPr sz="700"/>
            </a:lvl7pPr>
            <a:lvl8pPr marL="4563" indent="0">
              <a:defRPr sz="700"/>
            </a:lvl8pPr>
            <a:lvl9pPr marL="0" indent="0">
              <a:defRPr sz="700"/>
            </a:lvl9pPr>
          </a:lstStyle>
          <a:p>
            <a:endParaRPr lang="en-US" dirty="0"/>
          </a:p>
        </p:txBody>
      </p:sp>
      <p:sp>
        <p:nvSpPr>
          <p:cNvPr id="14" name="Slide Number Placeholder 4"/>
          <p:cNvSpPr>
            <a:spLocks noGrp="1"/>
          </p:cNvSpPr>
          <p:nvPr>
            <p:ph type="sldNum" sz="quarter" idx="3"/>
          </p:nvPr>
        </p:nvSpPr>
        <p:spPr bwMode="gray">
          <a:xfrm>
            <a:off x="175703" y="9671310"/>
            <a:ext cx="190528" cy="178569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700"/>
            </a:lvl1pPr>
            <a:lvl2pPr marL="0" indent="0">
              <a:defRPr sz="700"/>
            </a:lvl2pPr>
            <a:lvl3pPr marL="0" indent="0">
              <a:defRPr sz="700"/>
            </a:lvl3pPr>
            <a:lvl4pPr marL="0" indent="0">
              <a:defRPr sz="700"/>
            </a:lvl4pPr>
            <a:lvl5pPr marL="0" indent="0">
              <a:defRPr sz="700"/>
            </a:lvl5pPr>
            <a:lvl6pPr marL="0" indent="0">
              <a:defRPr sz="700"/>
            </a:lvl6pPr>
            <a:lvl7pPr marL="0" indent="0">
              <a:defRPr sz="700"/>
            </a:lvl7pPr>
            <a:lvl8pPr marL="0" indent="0">
              <a:defRPr sz="700"/>
            </a:lvl8pPr>
            <a:lvl9pPr marL="0" indent="0">
              <a:defRPr sz="700"/>
            </a:lvl9pPr>
          </a:lstStyle>
          <a:p>
            <a:fld id="{32F3CE37-8989-471A-BC57-D3CAAD03839D}" type="slidenum">
              <a:rPr lang="en-US" smtClean="0"/>
              <a:pPr/>
              <a:t>‹nº›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341769" y="192454"/>
            <a:ext cx="364262" cy="364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05931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emf"/><Relationship Id="rId1" Type="http://schemas.openxmlformats.org/officeDocument/2006/relationships/theme" Target="../theme/theme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 bwMode="gray">
          <a:xfrm>
            <a:off x="153988" y="617538"/>
            <a:ext cx="3292475" cy="1852612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</a:ln>
        </p:spPr>
        <p:txBody>
          <a:bodyPr vert="horz" lIns="87598" tIns="43799" rIns="87598" bIns="4379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gray">
          <a:xfrm>
            <a:off x="192788" y="2938490"/>
            <a:ext cx="6506513" cy="646503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Header Placeholder 1"/>
          <p:cNvSpPr>
            <a:spLocks noGrp="1"/>
          </p:cNvSpPr>
          <p:nvPr>
            <p:ph type="hdr" sz="quarter"/>
          </p:nvPr>
        </p:nvSpPr>
        <p:spPr bwMode="gray">
          <a:xfrm>
            <a:off x="199933" y="183269"/>
            <a:ext cx="5900408" cy="185193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700"/>
            </a:lvl1pPr>
            <a:lvl2pPr marL="4563" indent="0">
              <a:defRPr sz="700"/>
            </a:lvl2pPr>
            <a:lvl3pPr marL="0" indent="0">
              <a:defRPr sz="700"/>
            </a:lvl3pPr>
            <a:lvl4pPr marL="4563" indent="0">
              <a:defRPr sz="700"/>
            </a:lvl4pPr>
            <a:lvl5pPr marL="0" indent="0">
              <a:defRPr sz="700"/>
            </a:lvl5pPr>
            <a:lvl6pPr marL="4563" indent="0">
              <a:defRPr sz="700"/>
            </a:lvl6pPr>
            <a:lvl7pPr marL="0" indent="0">
              <a:defRPr sz="700"/>
            </a:lvl7pPr>
            <a:lvl8pPr marL="4563" indent="0">
              <a:defRPr sz="700"/>
            </a:lvl8pPr>
            <a:lvl9pPr marL="0" indent="0">
              <a:defRPr sz="700"/>
            </a:lvl9pPr>
          </a:lstStyle>
          <a:p>
            <a:endParaRPr lang="en-US" dirty="0"/>
          </a:p>
        </p:txBody>
      </p:sp>
      <p:sp>
        <p:nvSpPr>
          <p:cNvPr id="14" name="Date Placeholder 2"/>
          <p:cNvSpPr>
            <a:spLocks noGrp="1"/>
          </p:cNvSpPr>
          <p:nvPr>
            <p:ph type="dt" sz="quarter" idx="1"/>
          </p:nvPr>
        </p:nvSpPr>
        <p:spPr bwMode="gray">
          <a:xfrm>
            <a:off x="6157508" y="9658526"/>
            <a:ext cx="540250" cy="185193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700">
                <a:noFill/>
              </a:defRPr>
            </a:lvl1pPr>
            <a:lvl2pPr marL="0" indent="0">
              <a:defRPr sz="700">
                <a:noFill/>
              </a:defRPr>
            </a:lvl2pPr>
            <a:lvl3pPr marL="0" indent="0" algn="l">
              <a:defRPr sz="700">
                <a:noFill/>
              </a:defRPr>
            </a:lvl3pPr>
            <a:lvl4pPr marL="0" indent="0">
              <a:defRPr sz="700">
                <a:noFill/>
              </a:defRPr>
            </a:lvl4pPr>
            <a:lvl5pPr marL="0" indent="0">
              <a:defRPr sz="700">
                <a:noFill/>
              </a:defRPr>
            </a:lvl5pPr>
            <a:lvl6pPr marL="0" indent="0">
              <a:defRPr sz="700">
                <a:noFill/>
              </a:defRPr>
            </a:lvl6pPr>
            <a:lvl7pPr marL="0" indent="0">
              <a:defRPr sz="700">
                <a:noFill/>
              </a:defRPr>
            </a:lvl7pPr>
            <a:lvl8pPr marL="0" indent="0">
              <a:defRPr sz="700">
                <a:noFill/>
              </a:defRPr>
            </a:lvl8pPr>
            <a:lvl9pPr marL="0" indent="0">
              <a:defRPr sz="700">
                <a:noFill/>
              </a:defRPr>
            </a:lvl9pPr>
          </a:lstStyle>
          <a:p>
            <a:fld id="{D4C110CA-FC68-43DA-BD62-0A387A11A067}" type="datetimeFigureOut">
              <a:rPr lang="en-US" smtClean="0"/>
              <a:pPr/>
              <a:t>8/7/2026</a:t>
            </a:fld>
            <a:endParaRPr lang="en-US" dirty="0"/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4"/>
          </p:nvPr>
        </p:nvSpPr>
        <p:spPr bwMode="gray">
          <a:xfrm>
            <a:off x="547782" y="9658526"/>
            <a:ext cx="5465661" cy="185193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700"/>
            </a:lvl1pPr>
            <a:lvl2pPr marL="4563" indent="0">
              <a:defRPr sz="700">
                <a:solidFill>
                  <a:schemeClr val="tx1"/>
                </a:solidFill>
              </a:defRPr>
            </a:lvl2pPr>
            <a:lvl3pPr marL="0" indent="0">
              <a:defRPr sz="700"/>
            </a:lvl3pPr>
            <a:lvl4pPr marL="4563" indent="0">
              <a:defRPr sz="700"/>
            </a:lvl4pPr>
            <a:lvl5pPr marL="0" indent="0">
              <a:defRPr sz="700"/>
            </a:lvl5pPr>
            <a:lvl6pPr marL="4563" indent="0">
              <a:defRPr sz="700"/>
            </a:lvl6pPr>
            <a:lvl7pPr marL="0" indent="0">
              <a:defRPr sz="700"/>
            </a:lvl7pPr>
            <a:lvl8pPr marL="4563" indent="0">
              <a:defRPr sz="700"/>
            </a:lvl8pPr>
            <a:lvl9pPr marL="0" indent="0">
              <a:defRPr sz="700"/>
            </a:lvl9pPr>
          </a:lstStyle>
          <a:p>
            <a:endParaRPr lang="en-US" dirty="0"/>
          </a:p>
        </p:txBody>
      </p:sp>
      <p:sp>
        <p:nvSpPr>
          <p:cNvPr id="16" name="Slide Number Placeholder 4"/>
          <p:cNvSpPr>
            <a:spLocks noGrp="1"/>
          </p:cNvSpPr>
          <p:nvPr>
            <p:ph type="sldNum" sz="quarter" idx="5"/>
          </p:nvPr>
        </p:nvSpPr>
        <p:spPr bwMode="gray">
          <a:xfrm>
            <a:off x="192834" y="9658526"/>
            <a:ext cx="208896" cy="185193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700"/>
            </a:lvl1pPr>
            <a:lvl2pPr marL="0" indent="0">
              <a:defRPr sz="700"/>
            </a:lvl2pPr>
            <a:lvl3pPr marL="0" indent="0">
              <a:defRPr sz="700"/>
            </a:lvl3pPr>
            <a:lvl4pPr marL="0" indent="0">
              <a:defRPr sz="700"/>
            </a:lvl4pPr>
            <a:lvl5pPr marL="0" indent="0">
              <a:defRPr sz="700"/>
            </a:lvl5pPr>
            <a:lvl6pPr marL="0" indent="0">
              <a:defRPr sz="700"/>
            </a:lvl6pPr>
            <a:lvl7pPr marL="0" indent="0">
              <a:defRPr sz="700"/>
            </a:lvl7pPr>
            <a:lvl8pPr marL="0" indent="0">
              <a:defRPr sz="700"/>
            </a:lvl8pPr>
            <a:lvl9pPr marL="0" indent="0">
              <a:defRPr sz="700"/>
            </a:lvl9pPr>
          </a:lstStyle>
          <a:p>
            <a:fld id="{32F3CE37-8989-471A-BC57-D3CAAD03839D}" type="slidenum">
              <a:rPr lang="en-US" smtClean="0"/>
              <a:pPr/>
              <a:t>‹nº›</a:t>
            </a:fld>
            <a:endParaRPr 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298071" y="205655"/>
            <a:ext cx="399600" cy="3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9774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Bef>
        <a:spcPts val="1800"/>
      </a:spcBef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144000" indent="-144000" algn="l" defTabSz="914400" rtl="0" eaLnBrk="1" latinLnBrk="0" hangingPunct="1">
      <a:spcBef>
        <a:spcPts val="300"/>
      </a:spcBef>
      <a:buFontTx/>
      <a:buBlip>
        <a:blip r:embed="rId3"/>
      </a:buBlip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288000" indent="-144000" algn="l" defTabSz="914400" rtl="0" eaLnBrk="1" latinLnBrk="0" hangingPunct="1">
      <a:spcBef>
        <a:spcPts val="300"/>
      </a:spcBef>
      <a:buFontTx/>
      <a:buBlip>
        <a:blip r:embed="rId4"/>
      </a:buBlip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432000" indent="-144000" algn="l" defTabSz="914400" rtl="0" eaLnBrk="1" latinLnBrk="0" hangingPunct="1">
      <a:spcBef>
        <a:spcPts val="300"/>
      </a:spcBef>
      <a:buFontTx/>
      <a:buBlip>
        <a:blip r:embed="rId5"/>
      </a:buBlip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576000" indent="-144000" algn="l" defTabSz="914400" rtl="0" eaLnBrk="1" latinLnBrk="0" hangingPunct="1">
      <a:spcBef>
        <a:spcPts val="300"/>
      </a:spcBef>
      <a:buFontTx/>
      <a:buBlip>
        <a:blip r:embed="rId6"/>
      </a:buBlip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576000" indent="-144000" algn="l" defTabSz="914400" rtl="0" eaLnBrk="1" latinLnBrk="0" hangingPunct="1">
      <a:spcBef>
        <a:spcPts val="300"/>
      </a:spcBef>
      <a:buFontTx/>
      <a:buBlip>
        <a:blip r:embed="rId6"/>
      </a:buBlip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576000" indent="-144000" algn="l" defTabSz="914400" rtl="0" eaLnBrk="1" latinLnBrk="0" hangingPunct="1">
      <a:spcBef>
        <a:spcPts val="300"/>
      </a:spcBef>
      <a:buFontTx/>
      <a:buBlip>
        <a:blip r:embed="rId6"/>
      </a:buBlip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576000" indent="-144000" algn="l" defTabSz="914400" rtl="0" eaLnBrk="1" latinLnBrk="0" hangingPunct="1">
      <a:spcBef>
        <a:spcPts val="300"/>
      </a:spcBef>
      <a:buFontTx/>
      <a:buBlip>
        <a:blip r:embed="rId6"/>
      </a:buBlip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576000" indent="-144000" algn="l" defTabSz="914400" rtl="0" eaLnBrk="1" latinLnBrk="0" hangingPunct="1">
      <a:spcBef>
        <a:spcPts val="300"/>
      </a:spcBef>
      <a:buFontTx/>
      <a:buBlip>
        <a:blip r:embed="rId6"/>
      </a:buBlip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45A2FEF8-95DF-4328-850D-3F7840A62554}"/>
              </a:ext>
            </a:extLst>
          </p:cNvPr>
          <p:cNvSpPr/>
          <p:nvPr userDrawn="1"/>
        </p:nvSpPr>
        <p:spPr bwMode="gray">
          <a:xfrm>
            <a:off x="4075459" y="0"/>
            <a:ext cx="8114954" cy="6858000"/>
          </a:xfrm>
          <a:custGeom>
            <a:avLst/>
            <a:gdLst>
              <a:gd name="connsiteX0" fmla="*/ 1341581 w 8114954"/>
              <a:gd name="connsiteY0" fmla="*/ 0 h 6858000"/>
              <a:gd name="connsiteX1" fmla="*/ 8112574 w 8114954"/>
              <a:gd name="connsiteY1" fmla="*/ 0 h 6858000"/>
              <a:gd name="connsiteX2" fmla="*/ 8114954 w 8114954"/>
              <a:gd name="connsiteY2" fmla="*/ 6003673 h 6858000"/>
              <a:gd name="connsiteX3" fmla="*/ 3275458 w 8114954"/>
              <a:gd name="connsiteY3" fmla="*/ 6858000 h 6858000"/>
              <a:gd name="connsiteX4" fmla="*/ 0 w 811495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14954" h="6858000">
                <a:moveTo>
                  <a:pt x="1341581" y="0"/>
                </a:moveTo>
                <a:lnTo>
                  <a:pt x="8112574" y="0"/>
                </a:lnTo>
                <a:cubicBezTo>
                  <a:pt x="8112574" y="1913118"/>
                  <a:pt x="8114954" y="4090555"/>
                  <a:pt x="8114954" y="6003673"/>
                </a:cubicBezTo>
                <a:lnTo>
                  <a:pt x="327545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black">
          <a:xfrm>
            <a:off x="709365" y="1732422"/>
            <a:ext cx="3620552" cy="592952"/>
          </a:xfrm>
        </p:spPr>
        <p:txBody>
          <a:bodyPr anchor="b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0" indent="0" algn="l">
              <a:buNone/>
              <a:defRPr sz="2000">
                <a:solidFill>
                  <a:schemeClr val="bg1"/>
                </a:solidFill>
              </a:defRPr>
            </a:lvl2pPr>
            <a:lvl3pPr marL="0" indent="0" algn="l">
              <a:buNone/>
              <a:defRPr sz="2000">
                <a:solidFill>
                  <a:schemeClr val="bg1"/>
                </a:solidFill>
              </a:defRPr>
            </a:lvl3pPr>
            <a:lvl4pPr marL="0" indent="0" algn="l">
              <a:buNone/>
              <a:defRPr sz="2000">
                <a:solidFill>
                  <a:schemeClr val="bg1"/>
                </a:solidFill>
              </a:defRPr>
            </a:lvl4pPr>
            <a:lvl5pPr marL="0" indent="0" algn="l">
              <a:buNone/>
              <a:defRPr sz="2000">
                <a:solidFill>
                  <a:schemeClr val="bg1"/>
                </a:solidFill>
              </a:defRPr>
            </a:lvl5pPr>
            <a:lvl6pPr marL="0" indent="0" algn="l">
              <a:buNone/>
              <a:defRPr sz="2000">
                <a:solidFill>
                  <a:schemeClr val="bg1"/>
                </a:solidFill>
              </a:defRPr>
            </a:lvl6pPr>
            <a:lvl7pPr marL="0" indent="0" algn="l">
              <a:buNone/>
              <a:defRPr sz="2000">
                <a:solidFill>
                  <a:schemeClr val="bg1"/>
                </a:solidFill>
              </a:defRPr>
            </a:lvl7pPr>
            <a:lvl8pPr marL="0" indent="0" algn="l">
              <a:buNone/>
              <a:defRPr sz="2000">
                <a:solidFill>
                  <a:schemeClr val="bg1"/>
                </a:solidFill>
              </a:defRPr>
            </a:lvl8pPr>
            <a:lvl9pPr marL="0" indent="0" algn="l">
              <a:buNone/>
              <a:defRPr sz="2000">
                <a:solidFill>
                  <a:schemeClr val="bg1"/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9A7C5E0F-441B-4C64-8FC1-1611F415B7CC}" type="datetime1">
              <a:rPr lang="en-US" smtClean="0"/>
              <a:t>8/7/2026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r>
              <a:rPr lang="en-US"/>
              <a:t>/// Bayer 16:9 Template Chart Pool /// September 2019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fld id="{EEAD9179-7A6B-4268-BEB2-F3B8EB06115B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">
          <a:xfrm>
            <a:off x="709560" y="2424948"/>
            <a:ext cx="3620357" cy="1440000"/>
          </a:xfrm>
        </p:spPr>
        <p:txBody>
          <a:bodyPr anchor="t"/>
          <a:lstStyle>
            <a:lvl1pPr>
              <a:defRPr sz="3200" i="1">
                <a:solidFill>
                  <a:schemeClr val="accent4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E7DB5C-15A7-4763-A498-7608598D843B}"/>
              </a:ext>
            </a:extLst>
          </p:cNvPr>
          <p:cNvSpPr txBox="1"/>
          <p:nvPr/>
        </p:nvSpPr>
        <p:spPr bwMode="black">
          <a:xfrm>
            <a:off x="1378683" y="4041068"/>
            <a:ext cx="480832" cy="1797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568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1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///////////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3"/>
          </p:nvPr>
        </p:nvSpPr>
        <p:spPr bwMode="black">
          <a:xfrm>
            <a:off x="1414398" y="4262151"/>
            <a:ext cx="2915519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1"/>
                </a:solidFill>
              </a:defRPr>
            </a:lvl1pPr>
            <a:lvl2pPr marL="0" indent="0">
              <a:spcBef>
                <a:spcPts val="180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black">
          <a:xfrm>
            <a:off x="701676" y="70485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13F626E8-4D4D-4477-BEF3-9372D1A5AD5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4112872" y="0"/>
            <a:ext cx="8079923" cy="6858000"/>
          </a:xfrm>
          <a:custGeom>
            <a:avLst/>
            <a:gdLst>
              <a:gd name="connsiteX0" fmla="*/ 1331361 w 8079923"/>
              <a:gd name="connsiteY0" fmla="*/ 0 h 6858000"/>
              <a:gd name="connsiteX1" fmla="*/ 8077543 w 8079923"/>
              <a:gd name="connsiteY1" fmla="*/ 0 h 6858000"/>
              <a:gd name="connsiteX2" fmla="*/ 8079923 w 8079923"/>
              <a:gd name="connsiteY2" fmla="*/ 6003673 h 6858000"/>
              <a:gd name="connsiteX3" fmla="*/ 3240429 w 8079923"/>
              <a:gd name="connsiteY3" fmla="*/ 6858000 h 6858000"/>
              <a:gd name="connsiteX4" fmla="*/ 0 w 8079923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79923" h="6858000">
                <a:moveTo>
                  <a:pt x="1331361" y="0"/>
                </a:moveTo>
                <a:lnTo>
                  <a:pt x="8077543" y="0"/>
                </a:lnTo>
                <a:cubicBezTo>
                  <a:pt x="8077543" y="1913118"/>
                  <a:pt x="8079923" y="4090555"/>
                  <a:pt x="8079923" y="6003673"/>
                </a:cubicBezTo>
                <a:lnTo>
                  <a:pt x="3240429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tIns="540000" anchor="ctr">
            <a:noAutofit/>
          </a:bodyPr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no ícone para adicionar uma imagem</a:t>
            </a:r>
            <a:endParaRPr lang="de-DE" dirty="0"/>
          </a:p>
        </p:txBody>
      </p:sp>
      <p:sp>
        <p:nvSpPr>
          <p:cNvPr id="12" name="Logoschutz" hidden="1">
            <a:extLst>
              <a:ext uri="{FF2B5EF4-FFF2-40B4-BE49-F238E27FC236}">
                <a16:creationId xmlns:a16="http://schemas.microsoft.com/office/drawing/2014/main" id="{C9A9C5E1-5EC5-4E10-A801-6F56DB71E6CD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gray">
          <a:xfrm>
            <a:off x="521832" y="524850"/>
            <a:ext cx="1080000" cy="1080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Schutz</a:t>
            </a:r>
          </a:p>
        </p:txBody>
      </p:sp>
    </p:spTree>
    <p:extLst>
      <p:ext uri="{BB962C8B-B14F-4D97-AF65-F5344CB8AC3E}">
        <p14:creationId xmlns:p14="http://schemas.microsoft.com/office/powerpoint/2010/main" val="3522815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black">
          <a:xfrm>
            <a:off x="709365" y="1732422"/>
            <a:ext cx="3620552" cy="592952"/>
          </a:xfrm>
        </p:spPr>
        <p:txBody>
          <a:bodyPr anchor="b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0" indent="0" algn="l">
              <a:buNone/>
              <a:defRPr sz="2000">
                <a:solidFill>
                  <a:schemeClr val="bg1"/>
                </a:solidFill>
              </a:defRPr>
            </a:lvl2pPr>
            <a:lvl3pPr marL="0" indent="0" algn="l">
              <a:buNone/>
              <a:defRPr sz="2000">
                <a:solidFill>
                  <a:schemeClr val="bg1"/>
                </a:solidFill>
              </a:defRPr>
            </a:lvl3pPr>
            <a:lvl4pPr marL="0" indent="0" algn="l">
              <a:buNone/>
              <a:defRPr sz="2000">
                <a:solidFill>
                  <a:schemeClr val="bg1"/>
                </a:solidFill>
              </a:defRPr>
            </a:lvl4pPr>
            <a:lvl5pPr marL="0" indent="0" algn="l">
              <a:buNone/>
              <a:defRPr sz="2000">
                <a:solidFill>
                  <a:schemeClr val="bg1"/>
                </a:solidFill>
              </a:defRPr>
            </a:lvl5pPr>
            <a:lvl6pPr marL="0" indent="0" algn="l">
              <a:buNone/>
              <a:defRPr sz="2000">
                <a:solidFill>
                  <a:schemeClr val="bg1"/>
                </a:solidFill>
              </a:defRPr>
            </a:lvl6pPr>
            <a:lvl7pPr marL="0" indent="0" algn="l">
              <a:buNone/>
              <a:defRPr sz="2000">
                <a:solidFill>
                  <a:schemeClr val="bg1"/>
                </a:solidFill>
              </a:defRPr>
            </a:lvl7pPr>
            <a:lvl8pPr marL="0" indent="0" algn="l">
              <a:buNone/>
              <a:defRPr sz="2000">
                <a:solidFill>
                  <a:schemeClr val="bg1"/>
                </a:solidFill>
              </a:defRPr>
            </a:lvl8pPr>
            <a:lvl9pPr marL="0" indent="0" algn="l">
              <a:buNone/>
              <a:defRPr sz="2000">
                <a:solidFill>
                  <a:schemeClr val="bg1"/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BC87635B-AC58-4F15-86E5-1A32B4428496}" type="datetime1">
              <a:rPr lang="en-US" smtClean="0"/>
              <a:t>8/7/2026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r>
              <a:rPr lang="en-US"/>
              <a:t>/// Bayer 16:9 Template Chart Pool /// September 2019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fld id="{EEAD9179-7A6B-4268-BEB2-F3B8EB06115B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">
          <a:xfrm>
            <a:off x="709560" y="2424948"/>
            <a:ext cx="3620357" cy="1440000"/>
          </a:xfrm>
        </p:spPr>
        <p:txBody>
          <a:bodyPr anchor="t"/>
          <a:lstStyle>
            <a:lvl1pPr>
              <a:defRPr sz="3200" i="1"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E7DB5C-15A7-4763-A498-7608598D843B}"/>
              </a:ext>
            </a:extLst>
          </p:cNvPr>
          <p:cNvSpPr txBox="1"/>
          <p:nvPr/>
        </p:nvSpPr>
        <p:spPr bwMode="black">
          <a:xfrm>
            <a:off x="1378683" y="4041068"/>
            <a:ext cx="480832" cy="1797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568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1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</a:rPr>
              <a:t>///////////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3"/>
          </p:nvPr>
        </p:nvSpPr>
        <p:spPr bwMode="black">
          <a:xfrm>
            <a:off x="1414398" y="4262151"/>
            <a:ext cx="2915519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1"/>
                </a:solidFill>
              </a:defRPr>
            </a:lvl1pPr>
            <a:lvl2pPr marL="0" indent="0">
              <a:spcBef>
                <a:spcPts val="180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black">
          <a:xfrm>
            <a:off x="701676" y="70485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C0614FA-2289-4D50-861D-D1CE2042502D}"/>
              </a:ext>
            </a:extLst>
          </p:cNvPr>
          <p:cNvSpPr/>
          <p:nvPr userDrawn="1"/>
        </p:nvSpPr>
        <p:spPr bwMode="gray">
          <a:xfrm>
            <a:off x="4075459" y="0"/>
            <a:ext cx="8114954" cy="6858000"/>
          </a:xfrm>
          <a:custGeom>
            <a:avLst/>
            <a:gdLst>
              <a:gd name="connsiteX0" fmla="*/ 1341581 w 8114954"/>
              <a:gd name="connsiteY0" fmla="*/ 0 h 6858000"/>
              <a:gd name="connsiteX1" fmla="*/ 8112574 w 8114954"/>
              <a:gd name="connsiteY1" fmla="*/ 0 h 6858000"/>
              <a:gd name="connsiteX2" fmla="*/ 8114954 w 8114954"/>
              <a:gd name="connsiteY2" fmla="*/ 6003673 h 6858000"/>
              <a:gd name="connsiteX3" fmla="*/ 3275458 w 8114954"/>
              <a:gd name="connsiteY3" fmla="*/ 6858000 h 6858000"/>
              <a:gd name="connsiteX4" fmla="*/ 0 w 811495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14954" h="6858000">
                <a:moveTo>
                  <a:pt x="1341581" y="0"/>
                </a:moveTo>
                <a:lnTo>
                  <a:pt x="8112574" y="0"/>
                </a:lnTo>
                <a:cubicBezTo>
                  <a:pt x="8112574" y="1913118"/>
                  <a:pt x="8114954" y="4090555"/>
                  <a:pt x="8114954" y="6003673"/>
                </a:cubicBezTo>
                <a:lnTo>
                  <a:pt x="327545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2CD53346-3B88-4ECD-BC3C-B158CECCD4F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4112872" y="0"/>
            <a:ext cx="8079923" cy="6858000"/>
          </a:xfrm>
          <a:custGeom>
            <a:avLst/>
            <a:gdLst>
              <a:gd name="connsiteX0" fmla="*/ 1331361 w 8079923"/>
              <a:gd name="connsiteY0" fmla="*/ 0 h 6858000"/>
              <a:gd name="connsiteX1" fmla="*/ 8077543 w 8079923"/>
              <a:gd name="connsiteY1" fmla="*/ 0 h 6858000"/>
              <a:gd name="connsiteX2" fmla="*/ 8079923 w 8079923"/>
              <a:gd name="connsiteY2" fmla="*/ 6003673 h 6858000"/>
              <a:gd name="connsiteX3" fmla="*/ 3240429 w 8079923"/>
              <a:gd name="connsiteY3" fmla="*/ 6858000 h 6858000"/>
              <a:gd name="connsiteX4" fmla="*/ 0 w 8079923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79923" h="6858000">
                <a:moveTo>
                  <a:pt x="1331361" y="0"/>
                </a:moveTo>
                <a:lnTo>
                  <a:pt x="8077543" y="0"/>
                </a:lnTo>
                <a:cubicBezTo>
                  <a:pt x="8077543" y="1913118"/>
                  <a:pt x="8079923" y="4090555"/>
                  <a:pt x="8079923" y="6003673"/>
                </a:cubicBezTo>
                <a:lnTo>
                  <a:pt x="3240429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tIns="540000" anchor="ctr">
            <a:noAutofit/>
          </a:bodyPr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no ícone para adicionar uma imagem</a:t>
            </a:r>
            <a:endParaRPr lang="de-DE" dirty="0"/>
          </a:p>
        </p:txBody>
      </p:sp>
      <p:sp>
        <p:nvSpPr>
          <p:cNvPr id="13" name="Logoschutz" hidden="1">
            <a:extLst>
              <a:ext uri="{FF2B5EF4-FFF2-40B4-BE49-F238E27FC236}">
                <a16:creationId xmlns:a16="http://schemas.microsoft.com/office/drawing/2014/main" id="{2FE56050-78D4-446C-87C6-B9C42DDC4070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gray">
          <a:xfrm>
            <a:off x="521832" y="524850"/>
            <a:ext cx="1080000" cy="1080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Schutz</a:t>
            </a:r>
          </a:p>
        </p:txBody>
      </p:sp>
    </p:spTree>
    <p:extLst>
      <p:ext uri="{BB962C8B-B14F-4D97-AF65-F5344CB8AC3E}">
        <p14:creationId xmlns:p14="http://schemas.microsoft.com/office/powerpoint/2010/main" val="1377165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3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8331062-53AF-412B-A235-6DCBA819F08B}"/>
              </a:ext>
            </a:extLst>
          </p:cNvPr>
          <p:cNvSpPr/>
          <p:nvPr userDrawn="1"/>
        </p:nvSpPr>
        <p:spPr bwMode="gray">
          <a:xfrm>
            <a:off x="4075459" y="0"/>
            <a:ext cx="8114954" cy="6858000"/>
          </a:xfrm>
          <a:custGeom>
            <a:avLst/>
            <a:gdLst>
              <a:gd name="connsiteX0" fmla="*/ 1341581 w 8114954"/>
              <a:gd name="connsiteY0" fmla="*/ 0 h 6858000"/>
              <a:gd name="connsiteX1" fmla="*/ 8112574 w 8114954"/>
              <a:gd name="connsiteY1" fmla="*/ 0 h 6858000"/>
              <a:gd name="connsiteX2" fmla="*/ 8114954 w 8114954"/>
              <a:gd name="connsiteY2" fmla="*/ 6003673 h 6858000"/>
              <a:gd name="connsiteX3" fmla="*/ 3275458 w 8114954"/>
              <a:gd name="connsiteY3" fmla="*/ 6858000 h 6858000"/>
              <a:gd name="connsiteX4" fmla="*/ 0 w 811495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14954" h="6858000">
                <a:moveTo>
                  <a:pt x="1341581" y="0"/>
                </a:moveTo>
                <a:lnTo>
                  <a:pt x="8112574" y="0"/>
                </a:lnTo>
                <a:cubicBezTo>
                  <a:pt x="8112574" y="1913118"/>
                  <a:pt x="8114954" y="4090555"/>
                  <a:pt x="8114954" y="6003673"/>
                </a:cubicBezTo>
                <a:lnTo>
                  <a:pt x="327545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black">
          <a:xfrm>
            <a:off x="709365" y="1732422"/>
            <a:ext cx="3620552" cy="592952"/>
          </a:xfrm>
        </p:spPr>
        <p:txBody>
          <a:bodyPr anchor="b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0" indent="0" algn="l">
              <a:buNone/>
              <a:defRPr sz="2000">
                <a:solidFill>
                  <a:schemeClr val="bg1"/>
                </a:solidFill>
              </a:defRPr>
            </a:lvl2pPr>
            <a:lvl3pPr marL="0" indent="0" algn="l">
              <a:buNone/>
              <a:defRPr sz="2000">
                <a:solidFill>
                  <a:schemeClr val="bg1"/>
                </a:solidFill>
              </a:defRPr>
            </a:lvl3pPr>
            <a:lvl4pPr marL="0" indent="0" algn="l">
              <a:buNone/>
              <a:defRPr sz="2000">
                <a:solidFill>
                  <a:schemeClr val="bg1"/>
                </a:solidFill>
              </a:defRPr>
            </a:lvl4pPr>
            <a:lvl5pPr marL="0" indent="0" algn="l">
              <a:buNone/>
              <a:defRPr sz="2000">
                <a:solidFill>
                  <a:schemeClr val="bg1"/>
                </a:solidFill>
              </a:defRPr>
            </a:lvl5pPr>
            <a:lvl6pPr marL="0" indent="0" algn="l">
              <a:buNone/>
              <a:defRPr sz="2000">
                <a:solidFill>
                  <a:schemeClr val="bg1"/>
                </a:solidFill>
              </a:defRPr>
            </a:lvl6pPr>
            <a:lvl7pPr marL="0" indent="0" algn="l">
              <a:buNone/>
              <a:defRPr sz="2000">
                <a:solidFill>
                  <a:schemeClr val="bg1"/>
                </a:solidFill>
              </a:defRPr>
            </a:lvl7pPr>
            <a:lvl8pPr marL="0" indent="0" algn="l">
              <a:buNone/>
              <a:defRPr sz="2000">
                <a:solidFill>
                  <a:schemeClr val="bg1"/>
                </a:solidFill>
              </a:defRPr>
            </a:lvl8pPr>
            <a:lvl9pPr marL="0" indent="0" algn="l">
              <a:buNone/>
              <a:defRPr sz="2000">
                <a:solidFill>
                  <a:schemeClr val="bg1"/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D15AA7C9-DBC2-42F1-B911-B71563F4B677}" type="datetime1">
              <a:rPr lang="en-US" smtClean="0"/>
              <a:t>8/7/2026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r>
              <a:rPr lang="en-US"/>
              <a:t>/// Bayer 16:9 Template Chart Pool /// September 2019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fld id="{EEAD9179-7A6B-4268-BEB2-F3B8EB06115B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">
          <a:xfrm>
            <a:off x="709560" y="2424948"/>
            <a:ext cx="3620357" cy="1440000"/>
          </a:xfrm>
        </p:spPr>
        <p:txBody>
          <a:bodyPr anchor="t"/>
          <a:lstStyle>
            <a:lvl1pPr>
              <a:defRPr sz="3200" i="1">
                <a:solidFill>
                  <a:schemeClr val="accent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E7DB5C-15A7-4763-A498-7608598D843B}"/>
              </a:ext>
            </a:extLst>
          </p:cNvPr>
          <p:cNvSpPr txBox="1"/>
          <p:nvPr/>
        </p:nvSpPr>
        <p:spPr bwMode="black">
          <a:xfrm>
            <a:off x="1378683" y="4041068"/>
            <a:ext cx="480832" cy="1797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568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1" b="0" i="0" u="none" strike="noStrike" kern="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</a:rPr>
              <a:t>///////////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3"/>
          </p:nvPr>
        </p:nvSpPr>
        <p:spPr bwMode="black">
          <a:xfrm>
            <a:off x="1414398" y="4262151"/>
            <a:ext cx="2915519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1"/>
                </a:solidFill>
              </a:defRPr>
            </a:lvl1pPr>
            <a:lvl2pPr marL="0" indent="0">
              <a:spcBef>
                <a:spcPts val="180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black">
          <a:xfrm>
            <a:off x="701676" y="70485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F895202-4A4D-43A2-B3BF-4253EA64031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4112872" y="0"/>
            <a:ext cx="8079923" cy="6858000"/>
          </a:xfrm>
          <a:custGeom>
            <a:avLst/>
            <a:gdLst>
              <a:gd name="connsiteX0" fmla="*/ 1331361 w 8079923"/>
              <a:gd name="connsiteY0" fmla="*/ 0 h 6858000"/>
              <a:gd name="connsiteX1" fmla="*/ 8077543 w 8079923"/>
              <a:gd name="connsiteY1" fmla="*/ 0 h 6858000"/>
              <a:gd name="connsiteX2" fmla="*/ 8079923 w 8079923"/>
              <a:gd name="connsiteY2" fmla="*/ 6003673 h 6858000"/>
              <a:gd name="connsiteX3" fmla="*/ 3240429 w 8079923"/>
              <a:gd name="connsiteY3" fmla="*/ 6858000 h 6858000"/>
              <a:gd name="connsiteX4" fmla="*/ 0 w 8079923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79923" h="6858000">
                <a:moveTo>
                  <a:pt x="1331361" y="0"/>
                </a:moveTo>
                <a:lnTo>
                  <a:pt x="8077543" y="0"/>
                </a:lnTo>
                <a:cubicBezTo>
                  <a:pt x="8077543" y="1913118"/>
                  <a:pt x="8079923" y="4090555"/>
                  <a:pt x="8079923" y="6003673"/>
                </a:cubicBezTo>
                <a:lnTo>
                  <a:pt x="3240429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tIns="540000" anchor="ctr">
            <a:noAutofit/>
          </a:bodyPr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no ícone para adicionar uma imagem</a:t>
            </a:r>
            <a:endParaRPr lang="de-DE" dirty="0"/>
          </a:p>
        </p:txBody>
      </p:sp>
      <p:sp>
        <p:nvSpPr>
          <p:cNvPr id="13" name="Logoschutz" hidden="1">
            <a:extLst>
              <a:ext uri="{FF2B5EF4-FFF2-40B4-BE49-F238E27FC236}">
                <a16:creationId xmlns:a16="http://schemas.microsoft.com/office/drawing/2014/main" id="{82EE1829-716E-40CB-A4A0-CAB36B358641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gray">
          <a:xfrm>
            <a:off x="521832" y="524850"/>
            <a:ext cx="1080000" cy="1080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Schutz</a:t>
            </a:r>
          </a:p>
        </p:txBody>
      </p:sp>
    </p:spTree>
    <p:extLst>
      <p:ext uri="{BB962C8B-B14F-4D97-AF65-F5344CB8AC3E}">
        <p14:creationId xmlns:p14="http://schemas.microsoft.com/office/powerpoint/2010/main" val="2244713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 bwMode="gray">
          <a:xfrm>
            <a:off x="1976765" y="403540"/>
            <a:ext cx="9624002" cy="864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5" name="Text Placeholder 54"/>
          <p:cNvSpPr>
            <a:spLocks noGrp="1"/>
          </p:cNvSpPr>
          <p:nvPr>
            <p:ph type="body" sz="quarter" idx="13"/>
          </p:nvPr>
        </p:nvSpPr>
        <p:spPr bwMode="gray">
          <a:xfrm>
            <a:off x="2005337" y="1843721"/>
            <a:ext cx="4680000" cy="4641030"/>
          </a:xfrm>
        </p:spPr>
        <p:txBody>
          <a:bodyPr/>
          <a:lstStyle>
            <a:lvl1pPr marL="270000" indent="-270000">
              <a:spcBef>
                <a:spcPts val="1800"/>
              </a:spcBef>
              <a:spcAft>
                <a:spcPts val="0"/>
              </a:spcAft>
              <a:buFontTx/>
              <a:buBlip>
                <a:blip r:embed="rId3"/>
              </a:buBlip>
              <a:defRPr sz="2000"/>
            </a:lvl1pPr>
            <a:lvl2pPr marL="540000" indent="-270000">
              <a:spcBef>
                <a:spcPts val="600"/>
              </a:spcBef>
              <a:spcAft>
                <a:spcPts val="0"/>
              </a:spcAft>
              <a:buFontTx/>
              <a:buBlip>
                <a:blip r:embed="rId4"/>
              </a:buBlip>
              <a:defRPr sz="2000"/>
            </a:lvl2pPr>
            <a:lvl3pPr marL="810000" indent="-270000">
              <a:spcBef>
                <a:spcPts val="600"/>
              </a:spcBef>
              <a:spcAft>
                <a:spcPts val="0"/>
              </a:spcAft>
              <a:buFontTx/>
              <a:buBlip>
                <a:blip r:embed="rId5"/>
              </a:buBlip>
              <a:defRPr sz="2000"/>
            </a:lvl3pPr>
            <a:lvl4pPr marL="1080000" indent="-270000">
              <a:spcBef>
                <a:spcPts val="600"/>
              </a:spcBef>
              <a:spcAft>
                <a:spcPts val="0"/>
              </a:spcAft>
              <a:buFontTx/>
              <a:buBlip>
                <a:blip r:embed="rId6"/>
              </a:buBlip>
              <a:defRPr sz="2000"/>
            </a:lvl4pPr>
            <a:lvl5pPr>
              <a:spcBef>
                <a:spcPts val="600"/>
              </a:spcBef>
              <a:spcAft>
                <a:spcPts val="0"/>
              </a:spcAft>
              <a:defRPr sz="2000"/>
            </a:lvl5pPr>
            <a:lvl6pPr>
              <a:spcBef>
                <a:spcPts val="600"/>
              </a:spcBef>
              <a:spcAft>
                <a:spcPts val="0"/>
              </a:spcAft>
              <a:defRPr sz="2000"/>
            </a:lvl6pPr>
            <a:lvl7pPr>
              <a:spcBef>
                <a:spcPts val="600"/>
              </a:spcBef>
              <a:spcAft>
                <a:spcPts val="0"/>
              </a:spcAft>
              <a:defRPr sz="2000"/>
            </a:lvl7pPr>
            <a:lvl8pPr>
              <a:spcBef>
                <a:spcPts val="600"/>
              </a:spcBef>
              <a:spcAft>
                <a:spcPts val="0"/>
              </a:spcAft>
              <a:defRPr sz="2000"/>
            </a:lvl8pPr>
            <a:lvl9pPr>
              <a:spcBef>
                <a:spcPts val="600"/>
              </a:spcBef>
              <a:spcAft>
                <a:spcPts val="0"/>
              </a:spcAft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DB1133B7-795C-4187-A16B-041C85A92459}" type="datetime1">
              <a:rPr lang="en-US" smtClean="0"/>
              <a:t>8/7/2026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gray">
          <a:xfrm>
            <a:off x="974672" y="6617933"/>
            <a:ext cx="5710665" cy="108000"/>
          </a:xfrm>
        </p:spPr>
        <p:txBody>
          <a:bodyPr/>
          <a:lstStyle/>
          <a:p>
            <a:r>
              <a:rPr lang="en-US"/>
              <a:t>/// Bayer 16:9 Template Chart Pool /// September 2019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>
          <a:xfrm>
            <a:off x="195843" y="6617933"/>
            <a:ext cx="392326" cy="108000"/>
          </a:xfrm>
        </p:spPr>
        <p:txBody>
          <a:bodyPr/>
          <a:lstStyle/>
          <a:p>
            <a:fld id="{EEAD9179-7A6B-4268-BEB2-F3B8EB06115B}" type="slidenum">
              <a:rPr lang="en-US" smtClean="0"/>
              <a:pPr/>
              <a:t>‹nº›</a:t>
            </a:fld>
            <a:endParaRPr 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01832" y="70485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1"/>
          <p:cNvGrpSpPr/>
          <p:nvPr/>
        </p:nvGrpSpPr>
        <p:grpSpPr bwMode="black">
          <a:xfrm>
            <a:off x="7804236" y="1"/>
            <a:ext cx="4386177" cy="6858000"/>
            <a:chOff x="7804236" y="1"/>
            <a:chExt cx="4386177" cy="6858000"/>
          </a:xfrm>
        </p:grpSpPr>
        <p:sp>
          <p:nvSpPr>
            <p:cNvPr id="19" name="Freeform 6"/>
            <p:cNvSpPr>
              <a:spLocks/>
            </p:cNvSpPr>
            <p:nvPr userDrawn="1"/>
          </p:nvSpPr>
          <p:spPr bwMode="black">
            <a:xfrm>
              <a:off x="7804236" y="1"/>
              <a:ext cx="2489310" cy="6858000"/>
            </a:xfrm>
            <a:custGeom>
              <a:avLst/>
              <a:gdLst>
                <a:gd name="T0" fmla="*/ 9 w 1857"/>
                <a:gd name="T1" fmla="*/ 5116 h 5116"/>
                <a:gd name="T2" fmla="*/ 1857 w 1857"/>
                <a:gd name="T3" fmla="*/ 0 h 5116"/>
                <a:gd name="T4" fmla="*/ 1847 w 1857"/>
                <a:gd name="T5" fmla="*/ 0 h 5116"/>
                <a:gd name="T6" fmla="*/ 0 w 1857"/>
                <a:gd name="T7" fmla="*/ 5116 h 5116"/>
                <a:gd name="T8" fmla="*/ 9 w 1857"/>
                <a:gd name="T9" fmla="*/ 5116 h 5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57" h="5116">
                  <a:moveTo>
                    <a:pt x="9" y="5116"/>
                  </a:moveTo>
                  <a:lnTo>
                    <a:pt x="1857" y="0"/>
                  </a:lnTo>
                  <a:lnTo>
                    <a:pt x="1847" y="0"/>
                  </a:lnTo>
                  <a:lnTo>
                    <a:pt x="0" y="5116"/>
                  </a:lnTo>
                  <a:lnTo>
                    <a:pt x="9" y="5116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black">
            <a:xfrm>
              <a:off x="8456276" y="1408976"/>
              <a:ext cx="3734137" cy="5449024"/>
            </a:xfrm>
            <a:custGeom>
              <a:avLst/>
              <a:gdLst>
                <a:gd name="T0" fmla="*/ 0 w 2785"/>
                <a:gd name="T1" fmla="*/ 4064 h 4064"/>
                <a:gd name="T2" fmla="*/ 11 w 2785"/>
                <a:gd name="T3" fmla="*/ 4064 h 4064"/>
                <a:gd name="T4" fmla="*/ 2785 w 2785"/>
                <a:gd name="T5" fmla="*/ 17 h 4064"/>
                <a:gd name="T6" fmla="*/ 2785 w 2785"/>
                <a:gd name="T7" fmla="*/ 0 h 4064"/>
                <a:gd name="T8" fmla="*/ 0 w 2785"/>
                <a:gd name="T9" fmla="*/ 4064 h 40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85" h="4064">
                  <a:moveTo>
                    <a:pt x="0" y="4064"/>
                  </a:moveTo>
                  <a:lnTo>
                    <a:pt x="11" y="4064"/>
                  </a:lnTo>
                  <a:lnTo>
                    <a:pt x="2785" y="17"/>
                  </a:lnTo>
                  <a:lnTo>
                    <a:pt x="2785" y="0"/>
                  </a:lnTo>
                  <a:lnTo>
                    <a:pt x="0" y="4064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6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521832" y="524850"/>
            <a:ext cx="1080000" cy="1080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Schutz</a:t>
            </a:r>
          </a:p>
        </p:txBody>
      </p:sp>
    </p:spTree>
    <p:extLst>
      <p:ext uri="{BB962C8B-B14F-4D97-AF65-F5344CB8AC3E}">
        <p14:creationId xmlns:p14="http://schemas.microsoft.com/office/powerpoint/2010/main" val="1180024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1254">
          <p15:clr>
            <a:srgbClr val="FBAE40"/>
          </p15:clr>
        </p15:guide>
        <p15:guide id="2" orient="horz" pos="4086">
          <p15:clr>
            <a:srgbClr val="FBAE40"/>
          </p15:clr>
        </p15:guide>
        <p15:guide id="3" orient="horz" pos="1162">
          <p15:clr>
            <a:srgbClr val="FBAE40"/>
          </p15:clr>
        </p15:guide>
        <p15:guide id="4" pos="421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/>
          <p:cNvSpPr/>
          <p:nvPr/>
        </p:nvSpPr>
        <p:spPr bwMode="invGray">
          <a:xfrm>
            <a:off x="0" y="0"/>
            <a:ext cx="2104575" cy="6861175"/>
          </a:xfrm>
          <a:custGeom>
            <a:avLst/>
            <a:gdLst>
              <a:gd name="connsiteX0" fmla="*/ 0 w 2104575"/>
              <a:gd name="connsiteY0" fmla="*/ 0 h 6858000"/>
              <a:gd name="connsiteX1" fmla="*/ 2104575 w 2104575"/>
              <a:gd name="connsiteY1" fmla="*/ 0 h 6858000"/>
              <a:gd name="connsiteX2" fmla="*/ 1507982 w 2104575"/>
              <a:gd name="connsiteY2" fmla="*/ 6858000 h 6858000"/>
              <a:gd name="connsiteX3" fmla="*/ 762994 w 2104575"/>
              <a:gd name="connsiteY3" fmla="*/ 6858000 h 6858000"/>
              <a:gd name="connsiteX4" fmla="*/ 195843 w 2104575"/>
              <a:gd name="connsiteY4" fmla="*/ 6858000 h 6858000"/>
              <a:gd name="connsiteX5" fmla="*/ 0 w 2104575"/>
              <a:gd name="connsiteY5" fmla="*/ 6858000 h 6858000"/>
              <a:gd name="connsiteX6" fmla="*/ 0 w 2104575"/>
              <a:gd name="connsiteY6" fmla="*/ 0 h 6858000"/>
              <a:gd name="connsiteX0" fmla="*/ 0 w 2104575"/>
              <a:gd name="connsiteY0" fmla="*/ 0 h 6858000"/>
              <a:gd name="connsiteX1" fmla="*/ 2104575 w 2104575"/>
              <a:gd name="connsiteY1" fmla="*/ 0 h 6858000"/>
              <a:gd name="connsiteX2" fmla="*/ 1507982 w 2104575"/>
              <a:gd name="connsiteY2" fmla="*/ 6858000 h 6858000"/>
              <a:gd name="connsiteX3" fmla="*/ 762994 w 2104575"/>
              <a:gd name="connsiteY3" fmla="*/ 6858000 h 6858000"/>
              <a:gd name="connsiteX4" fmla="*/ 0 w 2104575"/>
              <a:gd name="connsiteY4" fmla="*/ 6858000 h 6858000"/>
              <a:gd name="connsiteX5" fmla="*/ 0 w 2104575"/>
              <a:gd name="connsiteY5" fmla="*/ 0 h 6858000"/>
              <a:gd name="connsiteX0" fmla="*/ 0 w 2104575"/>
              <a:gd name="connsiteY0" fmla="*/ 0 h 6858000"/>
              <a:gd name="connsiteX1" fmla="*/ 2104575 w 2104575"/>
              <a:gd name="connsiteY1" fmla="*/ 0 h 6858000"/>
              <a:gd name="connsiteX2" fmla="*/ 1507982 w 2104575"/>
              <a:gd name="connsiteY2" fmla="*/ 6858000 h 6858000"/>
              <a:gd name="connsiteX3" fmla="*/ 0 w 2104575"/>
              <a:gd name="connsiteY3" fmla="*/ 6858000 h 6858000"/>
              <a:gd name="connsiteX4" fmla="*/ 0 w 2104575"/>
              <a:gd name="connsiteY4" fmla="*/ 0 h 6858000"/>
              <a:gd name="connsiteX0" fmla="*/ 0 w 2104575"/>
              <a:gd name="connsiteY0" fmla="*/ 0 h 6861175"/>
              <a:gd name="connsiteX1" fmla="*/ 2104575 w 2104575"/>
              <a:gd name="connsiteY1" fmla="*/ 0 h 6861175"/>
              <a:gd name="connsiteX2" fmla="*/ 650732 w 2104575"/>
              <a:gd name="connsiteY2" fmla="*/ 6861175 h 6861175"/>
              <a:gd name="connsiteX3" fmla="*/ 0 w 2104575"/>
              <a:gd name="connsiteY3" fmla="*/ 6858000 h 6861175"/>
              <a:gd name="connsiteX4" fmla="*/ 0 w 2104575"/>
              <a:gd name="connsiteY4" fmla="*/ 0 h 6861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04575" h="6861175">
                <a:moveTo>
                  <a:pt x="0" y="0"/>
                </a:moveTo>
                <a:lnTo>
                  <a:pt x="2104575" y="0"/>
                </a:lnTo>
                <a:lnTo>
                  <a:pt x="650732" y="6861175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E61A5D"/>
              </a:gs>
              <a:gs pos="50000">
                <a:srgbClr val="E61A5D"/>
              </a:gs>
              <a:gs pos="84000">
                <a:srgbClr val="E61A5D">
                  <a:alpha val="0"/>
                </a:srgbClr>
              </a:gs>
            </a:gsLst>
            <a:lin ang="2700000" scaled="1"/>
            <a:tileRect/>
          </a:gradFill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 dirty="0" err="1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7BBADB8C-CC93-4EB1-BCE7-4BF95830865E}" type="datetime1">
              <a:rPr lang="en-US" smtClean="0"/>
              <a:t>8/7/2026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r>
              <a:rPr lang="en-US"/>
              <a:t>/// Bayer 16:9 Template Chart Pool /// September 2019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fld id="{EEAD9179-7A6B-4268-BEB2-F3B8EB06115B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26" name="Subtitle 2"/>
          <p:cNvSpPr>
            <a:spLocks noGrp="1"/>
          </p:cNvSpPr>
          <p:nvPr>
            <p:ph type="subTitle" idx="1"/>
          </p:nvPr>
        </p:nvSpPr>
        <p:spPr bwMode="black">
          <a:xfrm>
            <a:off x="6846097" y="3064854"/>
            <a:ext cx="4500000" cy="720000"/>
          </a:xfrm>
        </p:spPr>
        <p:txBody>
          <a:bodyPr anchor="t"/>
          <a:lstStyle>
            <a:lvl1pPr marL="0" indent="0" algn="l">
              <a:buNone/>
              <a:defRPr sz="2400" b="1">
                <a:solidFill>
                  <a:schemeClr val="accent1"/>
                </a:solidFill>
              </a:defRPr>
            </a:lvl1pPr>
            <a:lvl2pPr marL="0" indent="0" algn="l">
              <a:buNone/>
              <a:defRPr sz="2400" b="1">
                <a:solidFill>
                  <a:schemeClr val="accent1"/>
                </a:solidFill>
              </a:defRPr>
            </a:lvl2pPr>
            <a:lvl3pPr marL="0" indent="0" algn="l">
              <a:buNone/>
              <a:defRPr sz="2400" b="1">
                <a:solidFill>
                  <a:schemeClr val="accent1"/>
                </a:solidFill>
              </a:defRPr>
            </a:lvl3pPr>
            <a:lvl4pPr marL="0" indent="0" algn="l">
              <a:buNone/>
              <a:defRPr sz="2400" b="1">
                <a:solidFill>
                  <a:schemeClr val="accent1"/>
                </a:solidFill>
              </a:defRPr>
            </a:lvl4pPr>
            <a:lvl5pPr marL="0" indent="0" algn="l">
              <a:buNone/>
              <a:defRPr sz="2400" b="1">
                <a:solidFill>
                  <a:schemeClr val="accent1"/>
                </a:solidFill>
              </a:defRPr>
            </a:lvl5pPr>
            <a:lvl6pPr marL="0" indent="0" algn="l">
              <a:buNone/>
              <a:defRPr sz="2400" b="1">
                <a:solidFill>
                  <a:schemeClr val="accent1"/>
                </a:solidFill>
              </a:defRPr>
            </a:lvl6pPr>
            <a:lvl7pPr marL="0" indent="0" algn="l">
              <a:buNone/>
              <a:defRPr sz="2400" b="1">
                <a:solidFill>
                  <a:schemeClr val="accent1"/>
                </a:solidFill>
              </a:defRPr>
            </a:lvl7pPr>
            <a:lvl8pPr marL="0" indent="0" algn="l">
              <a:buNone/>
              <a:defRPr sz="2400" b="1">
                <a:solidFill>
                  <a:schemeClr val="accent1"/>
                </a:solidFill>
              </a:defRPr>
            </a:lvl8pPr>
            <a:lvl9pPr marL="0" indent="0" algn="l">
              <a:buNone/>
              <a:defRPr sz="2400" b="1">
                <a:solidFill>
                  <a:schemeClr val="accent1"/>
                </a:solidFill>
              </a:defRPr>
            </a:lvl9pPr>
          </a:lstStyle>
          <a:p>
            <a:pPr lvl="0"/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">
          <a:xfrm>
            <a:off x="1809949" y="1473902"/>
            <a:ext cx="4140000" cy="1440753"/>
          </a:xfrm>
        </p:spPr>
        <p:txBody>
          <a:bodyPr anchor="b"/>
          <a:lstStyle>
            <a:lvl1pPr algn="r">
              <a:defRPr sz="4800" i="1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grpSp>
        <p:nvGrpSpPr>
          <p:cNvPr id="49" name="Group 48"/>
          <p:cNvGrpSpPr/>
          <p:nvPr/>
        </p:nvGrpSpPr>
        <p:grpSpPr bwMode="black">
          <a:xfrm>
            <a:off x="4710111" y="1"/>
            <a:ext cx="2593510" cy="6858000"/>
            <a:chOff x="4710111" y="1"/>
            <a:chExt cx="2593510" cy="6858000"/>
          </a:xfrm>
        </p:grpSpPr>
        <p:sp>
          <p:nvSpPr>
            <p:cNvPr id="50" name="Freeform 6"/>
            <p:cNvSpPr>
              <a:spLocks/>
            </p:cNvSpPr>
            <p:nvPr userDrawn="1"/>
          </p:nvSpPr>
          <p:spPr bwMode="black">
            <a:xfrm>
              <a:off x="4710111" y="1"/>
              <a:ext cx="2393982" cy="6858000"/>
            </a:xfrm>
            <a:custGeom>
              <a:avLst/>
              <a:gdLst>
                <a:gd name="T0" fmla="*/ 9 w 1781"/>
                <a:gd name="T1" fmla="*/ 5102 h 5102"/>
                <a:gd name="T2" fmla="*/ 1781 w 1781"/>
                <a:gd name="T3" fmla="*/ 0 h 5102"/>
                <a:gd name="T4" fmla="*/ 1770 w 1781"/>
                <a:gd name="T5" fmla="*/ 0 h 5102"/>
                <a:gd name="T6" fmla="*/ 0 w 1781"/>
                <a:gd name="T7" fmla="*/ 5102 h 5102"/>
                <a:gd name="T8" fmla="*/ 9 w 1781"/>
                <a:gd name="T9" fmla="*/ 5102 h 5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81" h="5102">
                  <a:moveTo>
                    <a:pt x="9" y="5102"/>
                  </a:moveTo>
                  <a:lnTo>
                    <a:pt x="1781" y="0"/>
                  </a:lnTo>
                  <a:lnTo>
                    <a:pt x="1770" y="0"/>
                  </a:lnTo>
                  <a:lnTo>
                    <a:pt x="0" y="5102"/>
                  </a:lnTo>
                  <a:lnTo>
                    <a:pt x="9" y="5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12"/>
            <p:cNvSpPr>
              <a:spLocks/>
            </p:cNvSpPr>
            <p:nvPr userDrawn="1"/>
          </p:nvSpPr>
          <p:spPr bwMode="black">
            <a:xfrm>
              <a:off x="5945695" y="2"/>
              <a:ext cx="1357926" cy="6857998"/>
            </a:xfrm>
            <a:custGeom>
              <a:avLst/>
              <a:gdLst>
                <a:gd name="T0" fmla="*/ 9 w 1013"/>
                <a:gd name="T1" fmla="*/ 5116 h 5116"/>
                <a:gd name="T2" fmla="*/ 1013 w 1013"/>
                <a:gd name="T3" fmla="*/ 0 h 5116"/>
                <a:gd name="T4" fmla="*/ 1004 w 1013"/>
                <a:gd name="T5" fmla="*/ 0 h 5116"/>
                <a:gd name="T6" fmla="*/ 0 w 1013"/>
                <a:gd name="T7" fmla="*/ 5116 h 5116"/>
                <a:gd name="T8" fmla="*/ 9 w 1013"/>
                <a:gd name="T9" fmla="*/ 5116 h 5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3" h="5116">
                  <a:moveTo>
                    <a:pt x="9" y="5116"/>
                  </a:moveTo>
                  <a:lnTo>
                    <a:pt x="1013" y="0"/>
                  </a:lnTo>
                  <a:lnTo>
                    <a:pt x="1004" y="0"/>
                  </a:lnTo>
                  <a:lnTo>
                    <a:pt x="0" y="5116"/>
                  </a:lnTo>
                  <a:lnTo>
                    <a:pt x="9" y="51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2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7700" y="617699"/>
            <a:ext cx="395248" cy="395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</p:spTree>
    <p:extLst>
      <p:ext uri="{BB962C8B-B14F-4D97-AF65-F5344CB8AC3E}">
        <p14:creationId xmlns:p14="http://schemas.microsoft.com/office/powerpoint/2010/main" val="412364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 bwMode="black">
          <a:xfrm>
            <a:off x="5739926" y="0"/>
            <a:ext cx="6450487" cy="6858000"/>
            <a:chOff x="-7368753" y="-1854009"/>
            <a:chExt cx="6299342" cy="6697306"/>
          </a:xfrm>
        </p:grpSpPr>
        <p:sp>
          <p:nvSpPr>
            <p:cNvPr id="37" name="Freeform 6"/>
            <p:cNvSpPr>
              <a:spLocks/>
            </p:cNvSpPr>
            <p:nvPr userDrawn="1"/>
          </p:nvSpPr>
          <p:spPr bwMode="black">
            <a:xfrm>
              <a:off x="-3543591" y="1231517"/>
              <a:ext cx="2474180" cy="3611780"/>
            </a:xfrm>
            <a:custGeom>
              <a:avLst/>
              <a:gdLst>
                <a:gd name="T0" fmla="*/ 0 w 1890"/>
                <a:gd name="T1" fmla="*/ 2759 h 2759"/>
                <a:gd name="T2" fmla="*/ 12 w 1890"/>
                <a:gd name="T3" fmla="*/ 2759 h 2759"/>
                <a:gd name="T4" fmla="*/ 1890 w 1890"/>
                <a:gd name="T5" fmla="*/ 17 h 2759"/>
                <a:gd name="T6" fmla="*/ 1890 w 1890"/>
                <a:gd name="T7" fmla="*/ 0 h 2759"/>
                <a:gd name="T8" fmla="*/ 0 w 1890"/>
                <a:gd name="T9" fmla="*/ 2759 h 27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90" h="2759">
                  <a:moveTo>
                    <a:pt x="0" y="2759"/>
                  </a:moveTo>
                  <a:lnTo>
                    <a:pt x="12" y="2759"/>
                  </a:lnTo>
                  <a:lnTo>
                    <a:pt x="1890" y="17"/>
                  </a:lnTo>
                  <a:lnTo>
                    <a:pt x="1890" y="0"/>
                  </a:lnTo>
                  <a:lnTo>
                    <a:pt x="0" y="275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US"/>
            </a:p>
          </p:txBody>
        </p:sp>
        <p:sp>
          <p:nvSpPr>
            <p:cNvPr id="38" name="Freeform 7"/>
            <p:cNvSpPr>
              <a:spLocks/>
            </p:cNvSpPr>
            <p:nvPr userDrawn="1"/>
          </p:nvSpPr>
          <p:spPr bwMode="black">
            <a:xfrm>
              <a:off x="-7368753" y="-1854009"/>
              <a:ext cx="1327417" cy="6697305"/>
            </a:xfrm>
            <a:custGeom>
              <a:avLst/>
              <a:gdLst>
                <a:gd name="T0" fmla="*/ 10 w 1014"/>
                <a:gd name="T1" fmla="*/ 5116 h 5116"/>
                <a:gd name="T2" fmla="*/ 1014 w 1014"/>
                <a:gd name="T3" fmla="*/ 0 h 5116"/>
                <a:gd name="T4" fmla="*/ 1007 w 1014"/>
                <a:gd name="T5" fmla="*/ 0 h 5116"/>
                <a:gd name="T6" fmla="*/ 0 w 1014"/>
                <a:gd name="T7" fmla="*/ 5116 h 5116"/>
                <a:gd name="T8" fmla="*/ 10 w 1014"/>
                <a:gd name="T9" fmla="*/ 5116 h 5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4" h="5116">
                  <a:moveTo>
                    <a:pt x="10" y="5116"/>
                  </a:moveTo>
                  <a:lnTo>
                    <a:pt x="1014" y="0"/>
                  </a:lnTo>
                  <a:lnTo>
                    <a:pt x="1007" y="0"/>
                  </a:lnTo>
                  <a:lnTo>
                    <a:pt x="0" y="5116"/>
                  </a:lnTo>
                  <a:lnTo>
                    <a:pt x="10" y="51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US"/>
            </a:p>
          </p:txBody>
        </p:sp>
      </p:grpSp>
      <p:sp>
        <p:nvSpPr>
          <p:cNvPr id="6" name="Freeform 5"/>
          <p:cNvSpPr/>
          <p:nvPr/>
        </p:nvSpPr>
        <p:spPr bwMode="ltGray">
          <a:xfrm>
            <a:off x="0" y="0"/>
            <a:ext cx="2104575" cy="6860381"/>
          </a:xfrm>
          <a:custGeom>
            <a:avLst/>
            <a:gdLst>
              <a:gd name="connsiteX0" fmla="*/ 0 w 2104575"/>
              <a:gd name="connsiteY0" fmla="*/ 0 h 6858000"/>
              <a:gd name="connsiteX1" fmla="*/ 2104575 w 2104575"/>
              <a:gd name="connsiteY1" fmla="*/ 0 h 6858000"/>
              <a:gd name="connsiteX2" fmla="*/ 1507982 w 2104575"/>
              <a:gd name="connsiteY2" fmla="*/ 6858000 h 6858000"/>
              <a:gd name="connsiteX3" fmla="*/ 762994 w 2104575"/>
              <a:gd name="connsiteY3" fmla="*/ 6858000 h 6858000"/>
              <a:gd name="connsiteX4" fmla="*/ 195843 w 2104575"/>
              <a:gd name="connsiteY4" fmla="*/ 6858000 h 6858000"/>
              <a:gd name="connsiteX5" fmla="*/ 0 w 2104575"/>
              <a:gd name="connsiteY5" fmla="*/ 6858000 h 6858000"/>
              <a:gd name="connsiteX6" fmla="*/ 0 w 2104575"/>
              <a:gd name="connsiteY6" fmla="*/ 0 h 6858000"/>
              <a:gd name="connsiteX0" fmla="*/ 0 w 2104575"/>
              <a:gd name="connsiteY0" fmla="*/ 0 h 6858000"/>
              <a:gd name="connsiteX1" fmla="*/ 2104575 w 2104575"/>
              <a:gd name="connsiteY1" fmla="*/ 0 h 6858000"/>
              <a:gd name="connsiteX2" fmla="*/ 1507982 w 2104575"/>
              <a:gd name="connsiteY2" fmla="*/ 6858000 h 6858000"/>
              <a:gd name="connsiteX3" fmla="*/ 762994 w 2104575"/>
              <a:gd name="connsiteY3" fmla="*/ 6858000 h 6858000"/>
              <a:gd name="connsiteX4" fmla="*/ 0 w 2104575"/>
              <a:gd name="connsiteY4" fmla="*/ 6858000 h 6858000"/>
              <a:gd name="connsiteX5" fmla="*/ 0 w 2104575"/>
              <a:gd name="connsiteY5" fmla="*/ 0 h 6858000"/>
              <a:gd name="connsiteX0" fmla="*/ 0 w 2104575"/>
              <a:gd name="connsiteY0" fmla="*/ 0 h 6858000"/>
              <a:gd name="connsiteX1" fmla="*/ 2104575 w 2104575"/>
              <a:gd name="connsiteY1" fmla="*/ 0 h 6858000"/>
              <a:gd name="connsiteX2" fmla="*/ 1507982 w 2104575"/>
              <a:gd name="connsiteY2" fmla="*/ 6858000 h 6858000"/>
              <a:gd name="connsiteX3" fmla="*/ 0 w 2104575"/>
              <a:gd name="connsiteY3" fmla="*/ 6858000 h 6858000"/>
              <a:gd name="connsiteX4" fmla="*/ 0 w 2104575"/>
              <a:gd name="connsiteY4" fmla="*/ 0 h 6858000"/>
              <a:gd name="connsiteX0" fmla="*/ 0 w 2104575"/>
              <a:gd name="connsiteY0" fmla="*/ 0 h 6860381"/>
              <a:gd name="connsiteX1" fmla="*/ 2104575 w 2104575"/>
              <a:gd name="connsiteY1" fmla="*/ 0 h 6860381"/>
              <a:gd name="connsiteX2" fmla="*/ 645970 w 2104575"/>
              <a:gd name="connsiteY2" fmla="*/ 6860381 h 6860381"/>
              <a:gd name="connsiteX3" fmla="*/ 0 w 2104575"/>
              <a:gd name="connsiteY3" fmla="*/ 6858000 h 6860381"/>
              <a:gd name="connsiteX4" fmla="*/ 0 w 2104575"/>
              <a:gd name="connsiteY4" fmla="*/ 0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04575" h="6860381">
                <a:moveTo>
                  <a:pt x="0" y="0"/>
                </a:moveTo>
                <a:lnTo>
                  <a:pt x="2104575" y="0"/>
                </a:lnTo>
                <a:lnTo>
                  <a:pt x="645970" y="6860381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0A5E2"/>
              </a:gs>
              <a:gs pos="50000">
                <a:srgbClr val="00A5E2"/>
              </a:gs>
              <a:gs pos="84000">
                <a:schemeClr val="accent2">
                  <a:alpha val="0"/>
                </a:schemeClr>
              </a:gs>
            </a:gsLst>
            <a:lin ang="2700000" scaled="1"/>
            <a:tileRect/>
          </a:gradFill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 dirty="0" err="1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">
          <a:xfrm>
            <a:off x="6678387" y="2989333"/>
            <a:ext cx="4500000" cy="1440753"/>
          </a:xfrm>
        </p:spPr>
        <p:txBody>
          <a:bodyPr anchor="t"/>
          <a:lstStyle>
            <a:lvl1pPr algn="l">
              <a:defRPr sz="4800" i="1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60484789-3553-4E69-9520-B5127771C648}" type="datetime1">
              <a:rPr lang="en-US" smtClean="0"/>
              <a:t>8/7/2026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r>
              <a:rPr lang="en-US"/>
              <a:t>/// Bayer 16:9 Template Chart Pool /// September 2019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fld id="{EEAD9179-7A6B-4268-BEB2-F3B8EB06115B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26" name="Subtitle 2"/>
          <p:cNvSpPr>
            <a:spLocks noGrp="1"/>
          </p:cNvSpPr>
          <p:nvPr>
            <p:ph type="subTitle" idx="1"/>
          </p:nvPr>
        </p:nvSpPr>
        <p:spPr bwMode="black">
          <a:xfrm>
            <a:off x="1902190" y="2134650"/>
            <a:ext cx="4500000" cy="720000"/>
          </a:xfrm>
        </p:spPr>
        <p:txBody>
          <a:bodyPr anchor="b"/>
          <a:lstStyle>
            <a:lvl1pPr marL="0" indent="0" algn="r">
              <a:buNone/>
              <a:defRPr sz="2400" b="1">
                <a:solidFill>
                  <a:schemeClr val="accent1"/>
                </a:solidFill>
              </a:defRPr>
            </a:lvl1pPr>
            <a:lvl2pPr marL="0" indent="0" algn="l">
              <a:buNone/>
              <a:defRPr sz="2400" b="1">
                <a:solidFill>
                  <a:schemeClr val="accent1"/>
                </a:solidFill>
              </a:defRPr>
            </a:lvl2pPr>
            <a:lvl3pPr marL="0" indent="0" algn="l">
              <a:buNone/>
              <a:defRPr sz="2400" b="1">
                <a:solidFill>
                  <a:schemeClr val="accent1"/>
                </a:solidFill>
              </a:defRPr>
            </a:lvl3pPr>
            <a:lvl4pPr marL="0" indent="0" algn="l">
              <a:buNone/>
              <a:defRPr sz="2400" b="1">
                <a:solidFill>
                  <a:schemeClr val="accent1"/>
                </a:solidFill>
              </a:defRPr>
            </a:lvl4pPr>
            <a:lvl5pPr marL="0" indent="0" algn="l">
              <a:buNone/>
              <a:defRPr sz="2400" b="1">
                <a:solidFill>
                  <a:schemeClr val="accent1"/>
                </a:solidFill>
              </a:defRPr>
            </a:lvl5pPr>
            <a:lvl6pPr marL="0" indent="0" algn="l">
              <a:buNone/>
              <a:defRPr sz="2400" b="1">
                <a:solidFill>
                  <a:schemeClr val="accent1"/>
                </a:solidFill>
              </a:defRPr>
            </a:lvl6pPr>
            <a:lvl7pPr marL="0" indent="0" algn="l">
              <a:buNone/>
              <a:defRPr sz="2400" b="1">
                <a:solidFill>
                  <a:schemeClr val="accent1"/>
                </a:solidFill>
              </a:defRPr>
            </a:lvl7pPr>
            <a:lvl8pPr marL="0" indent="0" algn="l">
              <a:buNone/>
              <a:defRPr sz="2400" b="1">
                <a:solidFill>
                  <a:schemeClr val="accent1"/>
                </a:solidFill>
              </a:defRPr>
            </a:lvl8pPr>
            <a:lvl9pPr marL="0" indent="0" algn="l">
              <a:buNone/>
              <a:defRPr sz="2400" b="1">
                <a:solidFill>
                  <a:schemeClr val="accent1"/>
                </a:solidFill>
              </a:defRPr>
            </a:lvl9pPr>
          </a:lstStyle>
          <a:p>
            <a:pPr lvl="0"/>
            <a:r>
              <a:rPr lang="pt-BR"/>
              <a:t>Clique para editar o estilo do subtítulo Mestre</a:t>
            </a:r>
            <a:endParaRPr lang="en-US" dirty="0"/>
          </a:p>
        </p:txBody>
      </p:sp>
      <p:pic>
        <p:nvPicPr>
          <p:cNvPr id="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7700" y="617699"/>
            <a:ext cx="395248" cy="395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</p:spTree>
    <p:extLst>
      <p:ext uri="{BB962C8B-B14F-4D97-AF65-F5344CB8AC3E}">
        <p14:creationId xmlns:p14="http://schemas.microsoft.com/office/powerpoint/2010/main" val="4246367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 3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/>
          <p:cNvSpPr/>
          <p:nvPr/>
        </p:nvSpPr>
        <p:spPr bwMode="ltGray">
          <a:xfrm>
            <a:off x="0" y="0"/>
            <a:ext cx="2104575" cy="6860381"/>
          </a:xfrm>
          <a:custGeom>
            <a:avLst/>
            <a:gdLst>
              <a:gd name="connsiteX0" fmla="*/ 0 w 2104575"/>
              <a:gd name="connsiteY0" fmla="*/ 0 h 6858000"/>
              <a:gd name="connsiteX1" fmla="*/ 2104575 w 2104575"/>
              <a:gd name="connsiteY1" fmla="*/ 0 h 6858000"/>
              <a:gd name="connsiteX2" fmla="*/ 1507982 w 2104575"/>
              <a:gd name="connsiteY2" fmla="*/ 6858000 h 6858000"/>
              <a:gd name="connsiteX3" fmla="*/ 762994 w 2104575"/>
              <a:gd name="connsiteY3" fmla="*/ 6858000 h 6858000"/>
              <a:gd name="connsiteX4" fmla="*/ 195843 w 2104575"/>
              <a:gd name="connsiteY4" fmla="*/ 6858000 h 6858000"/>
              <a:gd name="connsiteX5" fmla="*/ 0 w 2104575"/>
              <a:gd name="connsiteY5" fmla="*/ 6858000 h 6858000"/>
              <a:gd name="connsiteX6" fmla="*/ 0 w 2104575"/>
              <a:gd name="connsiteY6" fmla="*/ 0 h 6858000"/>
              <a:gd name="connsiteX0" fmla="*/ 0 w 2104575"/>
              <a:gd name="connsiteY0" fmla="*/ 0 h 6858000"/>
              <a:gd name="connsiteX1" fmla="*/ 2104575 w 2104575"/>
              <a:gd name="connsiteY1" fmla="*/ 0 h 6858000"/>
              <a:gd name="connsiteX2" fmla="*/ 1507982 w 2104575"/>
              <a:gd name="connsiteY2" fmla="*/ 6858000 h 6858000"/>
              <a:gd name="connsiteX3" fmla="*/ 762994 w 2104575"/>
              <a:gd name="connsiteY3" fmla="*/ 6858000 h 6858000"/>
              <a:gd name="connsiteX4" fmla="*/ 0 w 2104575"/>
              <a:gd name="connsiteY4" fmla="*/ 6858000 h 6858000"/>
              <a:gd name="connsiteX5" fmla="*/ 0 w 2104575"/>
              <a:gd name="connsiteY5" fmla="*/ 0 h 6858000"/>
              <a:gd name="connsiteX0" fmla="*/ 0 w 2104575"/>
              <a:gd name="connsiteY0" fmla="*/ 0 h 6858000"/>
              <a:gd name="connsiteX1" fmla="*/ 2104575 w 2104575"/>
              <a:gd name="connsiteY1" fmla="*/ 0 h 6858000"/>
              <a:gd name="connsiteX2" fmla="*/ 1507982 w 2104575"/>
              <a:gd name="connsiteY2" fmla="*/ 6858000 h 6858000"/>
              <a:gd name="connsiteX3" fmla="*/ 0 w 2104575"/>
              <a:gd name="connsiteY3" fmla="*/ 6858000 h 6858000"/>
              <a:gd name="connsiteX4" fmla="*/ 0 w 2104575"/>
              <a:gd name="connsiteY4" fmla="*/ 0 h 6858000"/>
              <a:gd name="connsiteX0" fmla="*/ 0 w 2104575"/>
              <a:gd name="connsiteY0" fmla="*/ 0 h 6860381"/>
              <a:gd name="connsiteX1" fmla="*/ 2104575 w 2104575"/>
              <a:gd name="connsiteY1" fmla="*/ 0 h 6860381"/>
              <a:gd name="connsiteX2" fmla="*/ 645970 w 2104575"/>
              <a:gd name="connsiteY2" fmla="*/ 6860381 h 6860381"/>
              <a:gd name="connsiteX3" fmla="*/ 0 w 2104575"/>
              <a:gd name="connsiteY3" fmla="*/ 6858000 h 6860381"/>
              <a:gd name="connsiteX4" fmla="*/ 0 w 2104575"/>
              <a:gd name="connsiteY4" fmla="*/ 0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04575" h="6860381">
                <a:moveTo>
                  <a:pt x="0" y="0"/>
                </a:moveTo>
                <a:lnTo>
                  <a:pt x="2104575" y="0"/>
                </a:lnTo>
                <a:lnTo>
                  <a:pt x="645970" y="6860381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74C713"/>
              </a:gs>
              <a:gs pos="50000">
                <a:srgbClr val="74C713"/>
              </a:gs>
              <a:gs pos="84000">
                <a:srgbClr val="74C713">
                  <a:alpha val="0"/>
                </a:srgbClr>
              </a:gs>
            </a:gsLst>
            <a:lin ang="2700000" scaled="1"/>
            <a:tileRect/>
          </a:gradFill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 dirty="0" err="1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">
          <a:xfrm>
            <a:off x="4854344" y="1462158"/>
            <a:ext cx="4500000" cy="1440753"/>
          </a:xfrm>
        </p:spPr>
        <p:txBody>
          <a:bodyPr anchor="b"/>
          <a:lstStyle>
            <a:lvl1pPr algn="l">
              <a:defRPr sz="4800" i="1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5A8CBB93-B62B-4042-B51F-97A1C83EDEEE}" type="datetime1">
              <a:rPr lang="en-US" smtClean="0"/>
              <a:t>8/7/2026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r>
              <a:rPr lang="en-US"/>
              <a:t>/// Bayer 16:9 Template Chart Pool /// September 2019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fld id="{EEAD9179-7A6B-4268-BEB2-F3B8EB06115B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48" name="Subtitle 2"/>
          <p:cNvSpPr>
            <a:spLocks noGrp="1"/>
          </p:cNvSpPr>
          <p:nvPr>
            <p:ph type="subTitle" idx="1"/>
          </p:nvPr>
        </p:nvSpPr>
        <p:spPr bwMode="black">
          <a:xfrm>
            <a:off x="7055681" y="3064854"/>
            <a:ext cx="4500000" cy="720000"/>
          </a:xfrm>
        </p:spPr>
        <p:txBody>
          <a:bodyPr anchor="t"/>
          <a:lstStyle>
            <a:lvl1pPr marL="0" indent="0" algn="l">
              <a:buNone/>
              <a:defRPr sz="2400" b="1">
                <a:solidFill>
                  <a:schemeClr val="accent3"/>
                </a:solidFill>
              </a:defRPr>
            </a:lvl1pPr>
            <a:lvl2pPr marL="0" indent="0" algn="l">
              <a:buNone/>
              <a:defRPr sz="2400" b="1">
                <a:solidFill>
                  <a:schemeClr val="accent3"/>
                </a:solidFill>
              </a:defRPr>
            </a:lvl2pPr>
            <a:lvl3pPr marL="0" indent="0" algn="l">
              <a:buNone/>
              <a:defRPr sz="2400" b="1">
                <a:solidFill>
                  <a:schemeClr val="accent3"/>
                </a:solidFill>
              </a:defRPr>
            </a:lvl3pPr>
            <a:lvl4pPr marL="0" indent="0" algn="l">
              <a:buNone/>
              <a:defRPr sz="2400" b="1">
                <a:solidFill>
                  <a:schemeClr val="accent3"/>
                </a:solidFill>
              </a:defRPr>
            </a:lvl4pPr>
            <a:lvl5pPr marL="0" indent="0" algn="l">
              <a:buNone/>
              <a:defRPr sz="2400" b="1">
                <a:solidFill>
                  <a:schemeClr val="accent3"/>
                </a:solidFill>
              </a:defRPr>
            </a:lvl5pPr>
            <a:lvl6pPr marL="0" indent="0" algn="l">
              <a:buNone/>
              <a:defRPr sz="2400" b="1">
                <a:solidFill>
                  <a:schemeClr val="accent3"/>
                </a:solidFill>
              </a:defRPr>
            </a:lvl6pPr>
            <a:lvl7pPr marL="0" indent="0" algn="l">
              <a:buNone/>
              <a:defRPr sz="2400" b="1">
                <a:solidFill>
                  <a:schemeClr val="accent3"/>
                </a:solidFill>
              </a:defRPr>
            </a:lvl7pPr>
            <a:lvl8pPr marL="0" indent="0" algn="l">
              <a:buNone/>
              <a:defRPr sz="2400" b="1">
                <a:solidFill>
                  <a:schemeClr val="accent3"/>
                </a:solidFill>
              </a:defRPr>
            </a:lvl8pPr>
            <a:lvl9pPr marL="0" indent="0" algn="l">
              <a:buNone/>
              <a:defRPr sz="2400" b="1">
                <a:solidFill>
                  <a:schemeClr val="accent3"/>
                </a:solidFill>
              </a:defRPr>
            </a:lvl9pPr>
          </a:lstStyle>
          <a:p>
            <a:pPr lvl="0"/>
            <a:r>
              <a:rPr lang="pt-BR"/>
              <a:t>Clique para editar o estilo do subtítulo Mestre</a:t>
            </a:r>
            <a:endParaRPr lang="en-US" dirty="0"/>
          </a:p>
        </p:txBody>
      </p:sp>
      <p:grpSp>
        <p:nvGrpSpPr>
          <p:cNvPr id="24" name="Group 23"/>
          <p:cNvGrpSpPr/>
          <p:nvPr/>
        </p:nvGrpSpPr>
        <p:grpSpPr bwMode="black">
          <a:xfrm>
            <a:off x="759608" y="1"/>
            <a:ext cx="4148849" cy="6858000"/>
            <a:chOff x="-13927138" y="-1074738"/>
            <a:chExt cx="4913313" cy="8121651"/>
          </a:xfrm>
          <a:solidFill>
            <a:schemeClr val="bg1"/>
          </a:solidFill>
        </p:grpSpPr>
        <p:sp>
          <p:nvSpPr>
            <p:cNvPr id="26" name="Freeform 6"/>
            <p:cNvSpPr>
              <a:spLocks/>
            </p:cNvSpPr>
            <p:nvPr userDrawn="1"/>
          </p:nvSpPr>
          <p:spPr bwMode="black">
            <a:xfrm>
              <a:off x="-13927138" y="-1074738"/>
              <a:ext cx="2947988" cy="8121651"/>
            </a:xfrm>
            <a:custGeom>
              <a:avLst/>
              <a:gdLst>
                <a:gd name="T0" fmla="*/ 9 w 1857"/>
                <a:gd name="T1" fmla="*/ 5116 h 5116"/>
                <a:gd name="T2" fmla="*/ 1857 w 1857"/>
                <a:gd name="T3" fmla="*/ 0 h 5116"/>
                <a:gd name="T4" fmla="*/ 1847 w 1857"/>
                <a:gd name="T5" fmla="*/ 0 h 5116"/>
                <a:gd name="T6" fmla="*/ 0 w 1857"/>
                <a:gd name="T7" fmla="*/ 5116 h 5116"/>
                <a:gd name="T8" fmla="*/ 9 w 1857"/>
                <a:gd name="T9" fmla="*/ 5116 h 5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57" h="5116">
                  <a:moveTo>
                    <a:pt x="9" y="5116"/>
                  </a:moveTo>
                  <a:lnTo>
                    <a:pt x="1857" y="0"/>
                  </a:lnTo>
                  <a:lnTo>
                    <a:pt x="1847" y="0"/>
                  </a:lnTo>
                  <a:lnTo>
                    <a:pt x="0" y="5116"/>
                  </a:lnTo>
                  <a:lnTo>
                    <a:pt x="9" y="5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7"/>
            <p:cNvSpPr>
              <a:spLocks/>
            </p:cNvSpPr>
            <p:nvPr userDrawn="1"/>
          </p:nvSpPr>
          <p:spPr bwMode="black">
            <a:xfrm>
              <a:off x="-10623550" y="-1074738"/>
              <a:ext cx="1609725" cy="8121651"/>
            </a:xfrm>
            <a:custGeom>
              <a:avLst/>
              <a:gdLst>
                <a:gd name="T0" fmla="*/ 10 w 1014"/>
                <a:gd name="T1" fmla="*/ 5116 h 5116"/>
                <a:gd name="T2" fmla="*/ 1014 w 1014"/>
                <a:gd name="T3" fmla="*/ 0 h 5116"/>
                <a:gd name="T4" fmla="*/ 1004 w 1014"/>
                <a:gd name="T5" fmla="*/ 0 h 5116"/>
                <a:gd name="T6" fmla="*/ 0 w 1014"/>
                <a:gd name="T7" fmla="*/ 5116 h 5116"/>
                <a:gd name="T8" fmla="*/ 10 w 1014"/>
                <a:gd name="T9" fmla="*/ 5116 h 5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4" h="5116">
                  <a:moveTo>
                    <a:pt x="10" y="5116"/>
                  </a:moveTo>
                  <a:lnTo>
                    <a:pt x="1014" y="0"/>
                  </a:lnTo>
                  <a:lnTo>
                    <a:pt x="1004" y="0"/>
                  </a:lnTo>
                  <a:lnTo>
                    <a:pt x="0" y="5116"/>
                  </a:lnTo>
                  <a:lnTo>
                    <a:pt x="10" y="5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7700" y="617699"/>
            <a:ext cx="395248" cy="395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</p:spTree>
    <p:extLst>
      <p:ext uri="{BB962C8B-B14F-4D97-AF65-F5344CB8AC3E}">
        <p14:creationId xmlns:p14="http://schemas.microsoft.com/office/powerpoint/2010/main" val="227026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/>
          <p:cNvSpPr>
            <a:spLocks noGrp="1"/>
          </p:cNvSpPr>
          <p:nvPr>
            <p:ph type="subTitle" idx="13"/>
          </p:nvPr>
        </p:nvSpPr>
        <p:spPr bwMode="gray">
          <a:xfrm>
            <a:off x="981820" y="1138299"/>
            <a:ext cx="10798461" cy="25200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accent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1D69867-9232-4ACB-AE60-60D17315360A}" type="datetime1">
              <a:rPr lang="en-US" smtClean="0"/>
              <a:t>8/7/2026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/>
              <a:t>/// Bayer 16:9 Template Chart Pool /// September 2019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 smtClean="0"/>
              <a:t>‹nº›</a:t>
            </a:fld>
            <a:endParaRPr 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6104" y="617155"/>
            <a:ext cx="399600" cy="3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Inhaltsplatzhalter 6"/>
          <p:cNvSpPr>
            <a:spLocks noGrp="1"/>
          </p:cNvSpPr>
          <p:nvPr>
            <p:ph sz="quarter" idx="14"/>
          </p:nvPr>
        </p:nvSpPr>
        <p:spPr>
          <a:xfrm>
            <a:off x="981820" y="1732751"/>
            <a:ext cx="10798461" cy="475199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 dirty="0"/>
          </a:p>
        </p:txBody>
      </p:sp>
      <p:sp>
        <p:nvSpPr>
          <p:cNvPr id="10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</p:spTree>
    <p:extLst>
      <p:ext uri="{BB962C8B-B14F-4D97-AF65-F5344CB8AC3E}">
        <p14:creationId xmlns:p14="http://schemas.microsoft.com/office/powerpoint/2010/main" val="221405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619">
          <p15:clr>
            <a:srgbClr val="FBAE40"/>
          </p15:clr>
        </p15:guide>
        <p15:guide id="2" pos="7423">
          <p15:clr>
            <a:srgbClr val="FBAE40"/>
          </p15:clr>
        </p15:guide>
        <p15:guide id="3" orient="horz" pos="1094">
          <p15:clr>
            <a:srgbClr val="FBAE40"/>
          </p15:clr>
        </p15:guide>
        <p15:guide id="4" orient="horz" pos="4085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/>
          <p:cNvSpPr>
            <a:spLocks noGrp="1"/>
          </p:cNvSpPr>
          <p:nvPr>
            <p:ph type="subTitle" idx="13"/>
          </p:nvPr>
        </p:nvSpPr>
        <p:spPr bwMode="gray">
          <a:xfrm>
            <a:off x="981820" y="1138299"/>
            <a:ext cx="10798461" cy="25200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accent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EB061987-9731-4D9F-959D-BFEAFA5FF42C}" type="datetime1">
              <a:rPr lang="en-US" smtClean="0"/>
              <a:t>8/7/2026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/>
              <a:t>/// Bayer 16:9 Template Chart Pool /// September 2019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 smtClean="0"/>
              <a:t>‹nº›</a:t>
            </a:fld>
            <a:endParaRPr 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6104" y="617155"/>
            <a:ext cx="399600" cy="3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Inhaltsplatzhalter 6"/>
          <p:cNvSpPr>
            <a:spLocks noGrp="1"/>
          </p:cNvSpPr>
          <p:nvPr>
            <p:ph sz="quarter" idx="16"/>
          </p:nvPr>
        </p:nvSpPr>
        <p:spPr>
          <a:xfrm>
            <a:off x="981820" y="1732750"/>
            <a:ext cx="5220000" cy="475200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 dirty="0"/>
          </a:p>
        </p:txBody>
      </p:sp>
      <p:sp>
        <p:nvSpPr>
          <p:cNvPr id="13" name="Inhaltsplatzhalter 12"/>
          <p:cNvSpPr>
            <a:spLocks noGrp="1"/>
          </p:cNvSpPr>
          <p:nvPr>
            <p:ph sz="quarter" idx="17"/>
          </p:nvPr>
        </p:nvSpPr>
        <p:spPr>
          <a:xfrm>
            <a:off x="6559603" y="1732750"/>
            <a:ext cx="5220000" cy="475200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10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</p:spTree>
    <p:extLst>
      <p:ext uri="{BB962C8B-B14F-4D97-AF65-F5344CB8AC3E}">
        <p14:creationId xmlns:p14="http://schemas.microsoft.com/office/powerpoint/2010/main" val="1353190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908">
          <p15:clr>
            <a:srgbClr val="FBAE40"/>
          </p15:clr>
        </p15:guide>
        <p15:guide id="2" pos="4134">
          <p15:clr>
            <a:srgbClr val="FBAE40"/>
          </p15:clr>
        </p15:guide>
        <p15:guide id="3" orient="horz" pos="1094">
          <p15:clr>
            <a:srgbClr val="FBAE40"/>
          </p15:clr>
        </p15:guide>
        <p15:guide id="4" orient="horz" pos="4085">
          <p15:clr>
            <a:srgbClr val="FBAE40"/>
          </p15:clr>
        </p15:guide>
        <p15:guide id="5" pos="619">
          <p15:clr>
            <a:srgbClr val="FBAE40"/>
          </p15:clr>
        </p15:guide>
        <p15:guide id="7" pos="7423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(2) &amp; Images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/>
          <p:cNvSpPr>
            <a:spLocks noGrp="1"/>
          </p:cNvSpPr>
          <p:nvPr>
            <p:ph type="subTitle" idx="13"/>
          </p:nvPr>
        </p:nvSpPr>
        <p:spPr bwMode="gray">
          <a:xfrm>
            <a:off x="981820" y="1138299"/>
            <a:ext cx="10798461" cy="25200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accent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4152702C-223D-47ED-B3DB-8B0B43F56A27}" type="datetime1">
              <a:rPr lang="en-US" smtClean="0"/>
              <a:t>8/7/2026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/>
              <a:t>/// Bayer 16:9 Template Chart Pool /// September 2019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11" name="Text Placeholder 10 (left)"/>
          <p:cNvSpPr>
            <a:spLocks noGrp="1"/>
          </p:cNvSpPr>
          <p:nvPr>
            <p:ph type="body" sz="quarter" idx="14"/>
          </p:nvPr>
        </p:nvSpPr>
        <p:spPr bwMode="gray">
          <a:xfrm>
            <a:off x="981820" y="3892749"/>
            <a:ext cx="5220000" cy="259200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2" name="Text Placeholder 10 (right)"/>
          <p:cNvSpPr>
            <a:spLocks noGrp="1"/>
          </p:cNvSpPr>
          <p:nvPr>
            <p:ph type="body" sz="quarter" idx="15"/>
          </p:nvPr>
        </p:nvSpPr>
        <p:spPr bwMode="gray">
          <a:xfrm>
            <a:off x="6559719" y="3892749"/>
            <a:ext cx="5220000" cy="259200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5" name="Picture Placeholder 14 (left)"/>
          <p:cNvSpPr>
            <a:spLocks noGrp="1"/>
          </p:cNvSpPr>
          <p:nvPr>
            <p:ph type="pic" sz="quarter" idx="16"/>
          </p:nvPr>
        </p:nvSpPr>
        <p:spPr bwMode="gray">
          <a:xfrm>
            <a:off x="981820" y="1732750"/>
            <a:ext cx="5220000" cy="1800000"/>
          </a:xfrm>
        </p:spPr>
        <p:txBody>
          <a:bodyPr tIns="540000" anchor="ctr"/>
          <a:lstStyle>
            <a:lvl1pPr algn="ctr">
              <a:defRPr/>
            </a:lvl1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16" name="Picture Placeholder 14 (right)"/>
          <p:cNvSpPr>
            <a:spLocks noGrp="1"/>
          </p:cNvSpPr>
          <p:nvPr>
            <p:ph type="pic" sz="quarter" idx="17"/>
          </p:nvPr>
        </p:nvSpPr>
        <p:spPr bwMode="gray">
          <a:xfrm>
            <a:off x="6559719" y="1732750"/>
            <a:ext cx="5220000" cy="1800000"/>
          </a:xfrm>
        </p:spPr>
        <p:txBody>
          <a:bodyPr tIns="540000" anchor="ctr"/>
          <a:lstStyle>
            <a:lvl1pPr algn="ctr">
              <a:defRPr/>
            </a:lvl1pPr>
          </a:lstStyle>
          <a:p>
            <a:r>
              <a:rPr lang="pt-BR"/>
              <a:t>Clique no ícone para adicionar uma imagem</a:t>
            </a:r>
            <a:endParaRPr lang="en-US"/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6104" y="617155"/>
            <a:ext cx="399600" cy="3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</p:spTree>
    <p:extLst>
      <p:ext uri="{BB962C8B-B14F-4D97-AF65-F5344CB8AC3E}">
        <p14:creationId xmlns:p14="http://schemas.microsoft.com/office/powerpoint/2010/main" val="704676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908">
          <p15:clr>
            <a:srgbClr val="FBAE40"/>
          </p15:clr>
        </p15:guide>
        <p15:guide id="2" pos="4134">
          <p15:clr>
            <a:srgbClr val="FBAE40"/>
          </p15:clr>
        </p15:guide>
        <p15:guide id="3" orient="horz" pos="2228">
          <p15:clr>
            <a:srgbClr val="FBAE40"/>
          </p15:clr>
        </p15:guide>
        <p15:guide id="4" orient="horz" pos="2455">
          <p15:clr>
            <a:srgbClr val="FBAE40"/>
          </p15:clr>
        </p15:guide>
        <p15:guide id="5" pos="619">
          <p15:clr>
            <a:srgbClr val="FBAE40"/>
          </p15:clr>
        </p15:guide>
        <p15:guide id="6" pos="7423">
          <p15:clr>
            <a:srgbClr val="FBAE40"/>
          </p15:clr>
        </p15:guide>
        <p15:guide id="7" orient="horz" pos="1094">
          <p15:clr>
            <a:srgbClr val="FBAE40"/>
          </p15:clr>
        </p15:guide>
        <p15:guide id="8" orient="horz" pos="4085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(colo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/>
          <p:cNvSpPr>
            <a:spLocks noGrp="1"/>
          </p:cNvSpPr>
          <p:nvPr>
            <p:ph type="subTitle" idx="13"/>
          </p:nvPr>
        </p:nvSpPr>
        <p:spPr bwMode="gray">
          <a:xfrm>
            <a:off x="981820" y="1138299"/>
            <a:ext cx="10798461" cy="25200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accent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981821" y="181938"/>
            <a:ext cx="10798460" cy="864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4245F6BB-4EFF-4A68-A73E-538E55FAC11A}" type="datetime1">
              <a:rPr lang="en-US" smtClean="0"/>
              <a:t>8/7/2026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/>
              <a:t>/// Bayer 16:9 Template Chart Pool /// September 2019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 smtClean="0"/>
              <a:t>‹nº›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6104" y="617155"/>
            <a:ext cx="399600" cy="3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</p:spTree>
    <p:extLst>
      <p:ext uri="{BB962C8B-B14F-4D97-AF65-F5344CB8AC3E}">
        <p14:creationId xmlns:p14="http://schemas.microsoft.com/office/powerpoint/2010/main" val="2764801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619">
          <p15:clr>
            <a:srgbClr val="FBAE40"/>
          </p15:clr>
        </p15:guide>
        <p15:guide id="2" pos="7423">
          <p15:clr>
            <a:srgbClr val="FBAE40"/>
          </p15:clr>
        </p15:guide>
        <p15:guide id="3" orient="horz" pos="4086">
          <p15:clr>
            <a:srgbClr val="FBAE40"/>
          </p15:clr>
        </p15:guide>
        <p15:guide id="4" orient="horz" pos="1094">
          <p15:clr>
            <a:srgbClr val="FBAE40"/>
          </p15:clr>
        </p15:guide>
        <p15:guide id="5" pos="2150">
          <p15:clr>
            <a:srgbClr val="FBAE40"/>
          </p15:clr>
        </p15:guide>
        <p15:guide id="6" pos="2376">
          <p15:clr>
            <a:srgbClr val="FBAE40"/>
          </p15:clr>
        </p15:guide>
        <p15:guide id="7" pos="3908">
          <p15:clr>
            <a:srgbClr val="FBAE40"/>
          </p15:clr>
        </p15:guide>
        <p15:guide id="8" pos="4021">
          <p15:clr>
            <a:srgbClr val="FBAE40"/>
          </p15:clr>
        </p15:guide>
        <p15:guide id="9" pos="4134">
          <p15:clr>
            <a:srgbClr val="FBAE40"/>
          </p15:clr>
        </p15:guide>
        <p15:guide id="10" pos="5667">
          <p15:clr>
            <a:srgbClr val="FBAE40"/>
          </p15:clr>
        </p15:guide>
        <p15:guide id="11" pos="5894">
          <p15:clr>
            <a:srgbClr val="FBAE40"/>
          </p15:clr>
        </p15:guide>
        <p15:guide id="12" orient="horz" pos="2478">
          <p15:clr>
            <a:srgbClr val="FBAE40"/>
          </p15:clr>
        </p15:guide>
        <p15:guide id="13" orient="horz" pos="2704">
          <p15:clr>
            <a:srgbClr val="FBAE40"/>
          </p15:clr>
        </p15:guide>
        <p15:guide id="14" orient="horz" pos="259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2"/>
          <p:cNvSpPr>
            <a:spLocks noGrp="1"/>
          </p:cNvSpPr>
          <p:nvPr>
            <p:ph type="subTitle" idx="1"/>
          </p:nvPr>
        </p:nvSpPr>
        <p:spPr bwMode="gray">
          <a:xfrm>
            <a:off x="980282" y="1052513"/>
            <a:ext cx="10800000" cy="5432237"/>
          </a:xfrm>
        </p:spPr>
        <p:txBody>
          <a:bodyPr bIns="0" anchor="ctr"/>
          <a:lstStyle>
            <a:lvl1pPr marL="0" indent="0" algn="l">
              <a:buNone/>
              <a:defRPr sz="6600">
                <a:solidFill>
                  <a:schemeClr val="tx2"/>
                </a:solidFill>
              </a:defRPr>
            </a:lvl1pPr>
            <a:lvl2pPr marL="0" indent="0" algn="l">
              <a:buNone/>
              <a:defRPr sz="6600">
                <a:solidFill>
                  <a:schemeClr val="tx2"/>
                </a:solidFill>
              </a:defRPr>
            </a:lvl2pPr>
            <a:lvl3pPr marL="0" indent="0" algn="l">
              <a:buNone/>
              <a:defRPr sz="6600">
                <a:solidFill>
                  <a:schemeClr val="tx2"/>
                </a:solidFill>
              </a:defRPr>
            </a:lvl3pPr>
            <a:lvl4pPr marL="0" indent="0" algn="l">
              <a:buNone/>
              <a:defRPr sz="6600">
                <a:solidFill>
                  <a:schemeClr val="tx2"/>
                </a:solidFill>
              </a:defRPr>
            </a:lvl4pPr>
            <a:lvl5pPr marL="0" indent="0" algn="l">
              <a:buNone/>
              <a:defRPr sz="6600">
                <a:solidFill>
                  <a:schemeClr val="tx2"/>
                </a:solidFill>
              </a:defRPr>
            </a:lvl5pPr>
            <a:lvl6pPr marL="0" indent="0" algn="l">
              <a:buNone/>
              <a:defRPr sz="6600">
                <a:solidFill>
                  <a:schemeClr val="tx2"/>
                </a:solidFill>
              </a:defRPr>
            </a:lvl6pPr>
            <a:lvl7pPr marL="0" indent="0" algn="l">
              <a:buNone/>
              <a:defRPr sz="6600">
                <a:solidFill>
                  <a:schemeClr val="tx2"/>
                </a:solidFill>
              </a:defRPr>
            </a:lvl7pPr>
            <a:lvl8pPr marL="0" indent="0" algn="l">
              <a:buNone/>
              <a:defRPr sz="6600">
                <a:solidFill>
                  <a:schemeClr val="tx2"/>
                </a:solidFill>
              </a:defRPr>
            </a:lvl8pPr>
            <a:lvl9pPr marL="0" indent="0" algn="l">
              <a:buNone/>
              <a:defRPr sz="6600">
                <a:solidFill>
                  <a:schemeClr val="tx2"/>
                </a:solidFill>
              </a:defRPr>
            </a:lvl9pPr>
          </a:lstStyle>
          <a:p>
            <a:pPr lvl="0"/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220A7378-9D00-4965-AA3F-1782D45D941B}" type="datetime1">
              <a:rPr lang="en-US" smtClean="0"/>
              <a:t>8/7/2026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/>
              <a:t>/// Bayer 16:9 Template Chart Pool /// September 2019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6104" y="617155"/>
            <a:ext cx="399600" cy="3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</p:spTree>
    <p:extLst>
      <p:ext uri="{BB962C8B-B14F-4D97-AF65-F5344CB8AC3E}">
        <p14:creationId xmlns:p14="http://schemas.microsoft.com/office/powerpoint/2010/main" val="3254583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619">
          <p15:clr>
            <a:srgbClr val="FBAE40"/>
          </p15:clr>
        </p15:guide>
        <p15:guide id="2" pos="7423">
          <p15:clr>
            <a:srgbClr val="FBAE40"/>
          </p15:clr>
        </p15:guide>
        <p15:guide id="3" orient="horz" pos="663">
          <p15:clr>
            <a:srgbClr val="FBAE40"/>
          </p15:clr>
        </p15:guide>
        <p15:guide id="4" orient="horz" pos="4085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896A41FC-8006-4FAB-9B7F-3A48F4A8F7B7}" type="datetime1">
              <a:rPr lang="en-US" smtClean="0"/>
              <a:t>8/7/2026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r>
              <a:rPr lang="en-US"/>
              <a:t>/// Bayer 16:9 Template Chart Pool /// September 2019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fld id="{EEAD9179-7A6B-4268-BEB2-F3B8EB06115B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6" name="Picture Placeholder 14"/>
          <p:cNvSpPr>
            <a:spLocks noGrp="1"/>
          </p:cNvSpPr>
          <p:nvPr>
            <p:ph type="pic" sz="quarter" idx="16"/>
          </p:nvPr>
        </p:nvSpPr>
        <p:spPr bwMode="gray">
          <a:xfrm>
            <a:off x="0" y="0"/>
            <a:ext cx="12190413" cy="6858000"/>
          </a:xfrm>
        </p:spPr>
        <p:txBody>
          <a:bodyPr tIns="540000" anchor="ctr"/>
          <a:lstStyle>
            <a:lvl1pPr algn="ctr">
              <a:defRPr/>
            </a:lvl1pPr>
          </a:lstStyle>
          <a:p>
            <a:r>
              <a:rPr lang="pt-BR"/>
              <a:t>Clique no ícone para adicionar uma imagem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333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na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/>
          <p:cNvSpPr/>
          <p:nvPr/>
        </p:nvSpPr>
        <p:spPr bwMode="gray">
          <a:xfrm flipV="1">
            <a:off x="0" y="0"/>
            <a:ext cx="8198127" cy="6877050"/>
          </a:xfrm>
          <a:custGeom>
            <a:avLst/>
            <a:gdLst>
              <a:gd name="connsiteX0" fmla="*/ 0 w 8198127"/>
              <a:gd name="connsiteY0" fmla="*/ 6877050 h 6877050"/>
              <a:gd name="connsiteX1" fmla="*/ 6090082 w 8198127"/>
              <a:gd name="connsiteY1" fmla="*/ 6877050 h 6877050"/>
              <a:gd name="connsiteX2" fmla="*/ 8198127 w 8198127"/>
              <a:gd name="connsiteY2" fmla="*/ 6877050 h 6877050"/>
              <a:gd name="connsiteX3" fmla="*/ 6090082 w 8198127"/>
              <a:gd name="connsiteY3" fmla="*/ 0 h 6877050"/>
              <a:gd name="connsiteX4" fmla="*/ 0 w 8198127"/>
              <a:gd name="connsiteY4" fmla="*/ 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98127" h="6877050">
                <a:moveTo>
                  <a:pt x="0" y="6877050"/>
                </a:moveTo>
                <a:lnTo>
                  <a:pt x="6090082" y="6877050"/>
                </a:lnTo>
                <a:lnTo>
                  <a:pt x="8198127" y="6877050"/>
                </a:lnTo>
                <a:lnTo>
                  <a:pt x="6090082" y="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2760">
                <a:srgbClr val="00617F"/>
              </a:gs>
              <a:gs pos="0">
                <a:srgbClr val="00617F"/>
              </a:gs>
              <a:gs pos="72000">
                <a:srgbClr val="10384F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white">
          <a:xfrm>
            <a:off x="708819" y="1732422"/>
            <a:ext cx="5381498" cy="592952"/>
          </a:xfrm>
        </p:spPr>
        <p:txBody>
          <a:bodyPr anchor="b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0" indent="0" algn="l">
              <a:buNone/>
              <a:defRPr sz="2000">
                <a:solidFill>
                  <a:schemeClr val="bg1"/>
                </a:solidFill>
              </a:defRPr>
            </a:lvl2pPr>
            <a:lvl3pPr marL="0" indent="0" algn="l">
              <a:buNone/>
              <a:defRPr sz="2000">
                <a:solidFill>
                  <a:schemeClr val="bg1"/>
                </a:solidFill>
              </a:defRPr>
            </a:lvl3pPr>
            <a:lvl4pPr marL="0" indent="0" algn="l">
              <a:buNone/>
              <a:defRPr sz="2000">
                <a:solidFill>
                  <a:schemeClr val="bg1"/>
                </a:solidFill>
              </a:defRPr>
            </a:lvl4pPr>
            <a:lvl5pPr marL="0" indent="0" algn="l">
              <a:buNone/>
              <a:defRPr sz="2000">
                <a:solidFill>
                  <a:schemeClr val="bg1"/>
                </a:solidFill>
              </a:defRPr>
            </a:lvl5pPr>
            <a:lvl6pPr marL="0" indent="0" algn="l">
              <a:buNone/>
              <a:defRPr sz="2000">
                <a:solidFill>
                  <a:schemeClr val="bg1"/>
                </a:solidFill>
              </a:defRPr>
            </a:lvl6pPr>
            <a:lvl7pPr marL="0" indent="0" algn="l">
              <a:buNone/>
              <a:defRPr sz="2000">
                <a:solidFill>
                  <a:schemeClr val="bg1"/>
                </a:solidFill>
              </a:defRPr>
            </a:lvl7pPr>
            <a:lvl8pPr marL="0" indent="0" algn="l">
              <a:buNone/>
              <a:defRPr sz="2000">
                <a:solidFill>
                  <a:schemeClr val="bg1"/>
                </a:solidFill>
              </a:defRPr>
            </a:lvl8pPr>
            <a:lvl9pPr marL="0" indent="0" algn="l">
              <a:buNone/>
              <a:defRPr sz="2000">
                <a:solidFill>
                  <a:schemeClr val="bg1"/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DE5FFB78-93B4-49A7-834A-FD7DB68366AD}" type="datetime1">
              <a:rPr lang="en-US" smtClean="0"/>
              <a:t>8/7/2026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r>
              <a:rPr lang="en-US"/>
              <a:t>/// Bayer 16:9 Template Chart Pool /// September 2019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fld id="{EEAD9179-7A6B-4268-BEB2-F3B8EB06115B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white">
          <a:xfrm>
            <a:off x="708819" y="2424948"/>
            <a:ext cx="5381498" cy="1620000"/>
          </a:xfrm>
        </p:spPr>
        <p:txBody>
          <a:bodyPr anchor="t"/>
          <a:lstStyle>
            <a:lvl1pPr>
              <a:defRPr sz="5400" i="1">
                <a:solidFill>
                  <a:schemeClr val="accent4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E7DB5C-15A7-4763-A498-7608598D843B}"/>
              </a:ext>
            </a:extLst>
          </p:cNvPr>
          <p:cNvSpPr txBox="1"/>
          <p:nvPr/>
        </p:nvSpPr>
        <p:spPr bwMode="white">
          <a:xfrm>
            <a:off x="1378683" y="4041068"/>
            <a:ext cx="480832" cy="1797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568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1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///////////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3"/>
          </p:nvPr>
        </p:nvSpPr>
        <p:spPr bwMode="white">
          <a:xfrm>
            <a:off x="1414398" y="4262151"/>
            <a:ext cx="3600000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1"/>
                </a:solidFill>
              </a:defRPr>
            </a:lvl1pPr>
            <a:lvl2pPr marL="0" indent="0">
              <a:spcBef>
                <a:spcPts val="180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4"/>
          </p:nvPr>
        </p:nvSpPr>
        <p:spPr bwMode="gray">
          <a:xfrm>
            <a:off x="6095922" y="0"/>
            <a:ext cx="6094492" cy="6858000"/>
          </a:xfrm>
          <a:custGeom>
            <a:avLst/>
            <a:gdLst>
              <a:gd name="connsiteX0" fmla="*/ 2102205 w 6094492"/>
              <a:gd name="connsiteY0" fmla="*/ 0 h 6858000"/>
              <a:gd name="connsiteX1" fmla="*/ 6094492 w 6094492"/>
              <a:gd name="connsiteY1" fmla="*/ 0 h 6858000"/>
              <a:gd name="connsiteX2" fmla="*/ 6094492 w 6094492"/>
              <a:gd name="connsiteY2" fmla="*/ 6858000 h 6858000"/>
              <a:gd name="connsiteX3" fmla="*/ 0 w 609449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4492" h="6858000">
                <a:moveTo>
                  <a:pt x="2102205" y="0"/>
                </a:moveTo>
                <a:lnTo>
                  <a:pt x="6094492" y="0"/>
                </a:lnTo>
                <a:lnTo>
                  <a:pt x="6094492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tIns="540000" anchor="ctr">
            <a:noAutofit/>
          </a:bodyPr>
          <a:lstStyle>
            <a:lvl1pPr algn="ctr">
              <a:defRPr/>
            </a:lvl1pPr>
          </a:lstStyle>
          <a:p>
            <a:r>
              <a:rPr lang="pt-BR"/>
              <a:t>Clique no ícone para adicionar uma imagem</a:t>
            </a:r>
            <a:endParaRPr lang="de-DE" dirty="0"/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01676" y="70485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Freeform 6"/>
          <p:cNvSpPr>
            <a:spLocks/>
          </p:cNvSpPr>
          <p:nvPr/>
        </p:nvSpPr>
        <p:spPr bwMode="gray">
          <a:xfrm>
            <a:off x="5111334" y="0"/>
            <a:ext cx="2938864" cy="6877050"/>
          </a:xfrm>
          <a:custGeom>
            <a:avLst/>
            <a:gdLst>
              <a:gd name="T0" fmla="*/ 10 w 2188"/>
              <a:gd name="T1" fmla="*/ 5120 h 5120"/>
              <a:gd name="T2" fmla="*/ 2188 w 2188"/>
              <a:gd name="T3" fmla="*/ 0 h 5120"/>
              <a:gd name="T4" fmla="*/ 2179 w 2188"/>
              <a:gd name="T5" fmla="*/ 0 h 5120"/>
              <a:gd name="T6" fmla="*/ 0 w 2188"/>
              <a:gd name="T7" fmla="*/ 5120 h 5120"/>
              <a:gd name="T8" fmla="*/ 10 w 2188"/>
              <a:gd name="T9" fmla="*/ 5120 h 51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188" h="5120">
                <a:moveTo>
                  <a:pt x="10" y="5120"/>
                </a:moveTo>
                <a:lnTo>
                  <a:pt x="2188" y="0"/>
                </a:lnTo>
                <a:lnTo>
                  <a:pt x="2179" y="0"/>
                </a:lnTo>
                <a:lnTo>
                  <a:pt x="0" y="5120"/>
                </a:lnTo>
                <a:lnTo>
                  <a:pt x="10" y="512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521832" y="524850"/>
            <a:ext cx="1080000" cy="1080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Schutz</a:t>
            </a:r>
          </a:p>
        </p:txBody>
      </p:sp>
    </p:spTree>
    <p:extLst>
      <p:ext uri="{BB962C8B-B14F-4D97-AF65-F5344CB8AC3E}">
        <p14:creationId xmlns:p14="http://schemas.microsoft.com/office/powerpoint/2010/main" val="2400009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nal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/>
          <p:cNvSpPr/>
          <p:nvPr/>
        </p:nvSpPr>
        <p:spPr bwMode="gray">
          <a:xfrm flipV="1">
            <a:off x="0" y="0"/>
            <a:ext cx="8198127" cy="6877050"/>
          </a:xfrm>
          <a:custGeom>
            <a:avLst/>
            <a:gdLst>
              <a:gd name="connsiteX0" fmla="*/ 0 w 8198127"/>
              <a:gd name="connsiteY0" fmla="*/ 6877050 h 6877050"/>
              <a:gd name="connsiteX1" fmla="*/ 6090082 w 8198127"/>
              <a:gd name="connsiteY1" fmla="*/ 6877050 h 6877050"/>
              <a:gd name="connsiteX2" fmla="*/ 8198127 w 8198127"/>
              <a:gd name="connsiteY2" fmla="*/ 6877050 h 6877050"/>
              <a:gd name="connsiteX3" fmla="*/ 6090082 w 8198127"/>
              <a:gd name="connsiteY3" fmla="*/ 0 h 6877050"/>
              <a:gd name="connsiteX4" fmla="*/ 0 w 8198127"/>
              <a:gd name="connsiteY4" fmla="*/ 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98127" h="6877050">
                <a:moveTo>
                  <a:pt x="0" y="6877050"/>
                </a:moveTo>
                <a:lnTo>
                  <a:pt x="6090082" y="6877050"/>
                </a:lnTo>
                <a:lnTo>
                  <a:pt x="8198127" y="6877050"/>
                </a:lnTo>
                <a:lnTo>
                  <a:pt x="6090082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28000">
                <a:srgbClr val="2B6636"/>
              </a:gs>
              <a:gs pos="0">
                <a:srgbClr val="2B6636"/>
              </a:gs>
              <a:gs pos="72000">
                <a:srgbClr val="004422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white">
          <a:xfrm>
            <a:off x="708821" y="1732757"/>
            <a:ext cx="5381496" cy="592617"/>
          </a:xfrm>
        </p:spPr>
        <p:txBody>
          <a:bodyPr anchor="b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0" indent="0" algn="l">
              <a:buNone/>
              <a:defRPr sz="2000">
                <a:solidFill>
                  <a:schemeClr val="bg1"/>
                </a:solidFill>
              </a:defRPr>
            </a:lvl2pPr>
            <a:lvl3pPr marL="0" indent="0" algn="l">
              <a:buNone/>
              <a:defRPr sz="2000">
                <a:solidFill>
                  <a:schemeClr val="bg1"/>
                </a:solidFill>
              </a:defRPr>
            </a:lvl3pPr>
            <a:lvl4pPr marL="0" indent="0" algn="l">
              <a:buNone/>
              <a:defRPr sz="2000">
                <a:solidFill>
                  <a:schemeClr val="bg1"/>
                </a:solidFill>
              </a:defRPr>
            </a:lvl4pPr>
            <a:lvl5pPr marL="0" indent="0" algn="l">
              <a:buNone/>
              <a:defRPr sz="2000">
                <a:solidFill>
                  <a:schemeClr val="bg1"/>
                </a:solidFill>
              </a:defRPr>
            </a:lvl5pPr>
            <a:lvl6pPr marL="0" indent="0" algn="l">
              <a:buNone/>
              <a:defRPr sz="2000">
                <a:solidFill>
                  <a:schemeClr val="bg1"/>
                </a:solidFill>
              </a:defRPr>
            </a:lvl6pPr>
            <a:lvl7pPr marL="0" indent="0" algn="l">
              <a:buNone/>
              <a:defRPr sz="2000">
                <a:solidFill>
                  <a:schemeClr val="bg1"/>
                </a:solidFill>
              </a:defRPr>
            </a:lvl7pPr>
            <a:lvl8pPr marL="0" indent="0" algn="l">
              <a:buNone/>
              <a:defRPr sz="2000">
                <a:solidFill>
                  <a:schemeClr val="bg1"/>
                </a:solidFill>
              </a:defRPr>
            </a:lvl8pPr>
            <a:lvl9pPr marL="0" indent="0" algn="l">
              <a:buNone/>
              <a:defRPr sz="2000">
                <a:solidFill>
                  <a:schemeClr val="bg1"/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13401CB8-4AA1-4551-B937-F68F091E261D}" type="datetime1">
              <a:rPr lang="en-US" smtClean="0"/>
              <a:t>8/7/2026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r>
              <a:rPr lang="en-US"/>
              <a:t>/// Bayer 16:9 Template Chart Pool /// September 2019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fld id="{EEAD9179-7A6B-4268-BEB2-F3B8EB06115B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white">
          <a:xfrm>
            <a:off x="708820" y="2424948"/>
            <a:ext cx="5381498" cy="1620000"/>
          </a:xfrm>
        </p:spPr>
        <p:txBody>
          <a:bodyPr anchor="t"/>
          <a:lstStyle>
            <a:lvl1pPr>
              <a:defRPr sz="5400" i="1"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E7DB5C-15A7-4763-A498-7608598D843B}"/>
              </a:ext>
            </a:extLst>
          </p:cNvPr>
          <p:cNvSpPr txBox="1"/>
          <p:nvPr/>
        </p:nvSpPr>
        <p:spPr bwMode="white">
          <a:xfrm>
            <a:off x="1378683" y="4041068"/>
            <a:ext cx="480832" cy="1797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568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1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</a:rPr>
              <a:t>///////////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3"/>
          </p:nvPr>
        </p:nvSpPr>
        <p:spPr bwMode="white">
          <a:xfrm>
            <a:off x="1414398" y="4262151"/>
            <a:ext cx="3600000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1"/>
                </a:solidFill>
              </a:defRPr>
            </a:lvl1pPr>
            <a:lvl2pPr marL="0" indent="0">
              <a:spcBef>
                <a:spcPts val="180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4"/>
          </p:nvPr>
        </p:nvSpPr>
        <p:spPr bwMode="gray">
          <a:xfrm>
            <a:off x="6095922" y="0"/>
            <a:ext cx="6094492" cy="6858000"/>
          </a:xfrm>
          <a:custGeom>
            <a:avLst/>
            <a:gdLst>
              <a:gd name="connsiteX0" fmla="*/ 2102205 w 6094492"/>
              <a:gd name="connsiteY0" fmla="*/ 0 h 6858000"/>
              <a:gd name="connsiteX1" fmla="*/ 6094492 w 6094492"/>
              <a:gd name="connsiteY1" fmla="*/ 0 h 6858000"/>
              <a:gd name="connsiteX2" fmla="*/ 6094492 w 6094492"/>
              <a:gd name="connsiteY2" fmla="*/ 6858000 h 6858000"/>
              <a:gd name="connsiteX3" fmla="*/ 0 w 609449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4492" h="6858000">
                <a:moveTo>
                  <a:pt x="2102205" y="0"/>
                </a:moveTo>
                <a:lnTo>
                  <a:pt x="6094492" y="0"/>
                </a:lnTo>
                <a:lnTo>
                  <a:pt x="6094492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tIns="540000" anchor="ctr">
            <a:noAutofit/>
          </a:bodyPr>
          <a:lstStyle>
            <a:lvl1pPr algn="ctr">
              <a:defRPr/>
            </a:lvl1pPr>
          </a:lstStyle>
          <a:p>
            <a:r>
              <a:rPr lang="pt-BR"/>
              <a:t>Clique no ícone para adicionar uma imagem</a:t>
            </a:r>
            <a:endParaRPr lang="de-DE" dirty="0"/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01676" y="70485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Freeform 6"/>
          <p:cNvSpPr>
            <a:spLocks/>
          </p:cNvSpPr>
          <p:nvPr/>
        </p:nvSpPr>
        <p:spPr bwMode="gray">
          <a:xfrm>
            <a:off x="5111334" y="0"/>
            <a:ext cx="2938864" cy="6877050"/>
          </a:xfrm>
          <a:custGeom>
            <a:avLst/>
            <a:gdLst>
              <a:gd name="T0" fmla="*/ 10 w 2188"/>
              <a:gd name="T1" fmla="*/ 5120 h 5120"/>
              <a:gd name="T2" fmla="*/ 2188 w 2188"/>
              <a:gd name="T3" fmla="*/ 0 h 5120"/>
              <a:gd name="T4" fmla="*/ 2179 w 2188"/>
              <a:gd name="T5" fmla="*/ 0 h 5120"/>
              <a:gd name="T6" fmla="*/ 0 w 2188"/>
              <a:gd name="T7" fmla="*/ 5120 h 5120"/>
              <a:gd name="T8" fmla="*/ 10 w 2188"/>
              <a:gd name="T9" fmla="*/ 5120 h 51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188" h="5120">
                <a:moveTo>
                  <a:pt x="10" y="5120"/>
                </a:moveTo>
                <a:lnTo>
                  <a:pt x="2188" y="0"/>
                </a:lnTo>
                <a:lnTo>
                  <a:pt x="2179" y="0"/>
                </a:lnTo>
                <a:lnTo>
                  <a:pt x="0" y="5120"/>
                </a:lnTo>
                <a:lnTo>
                  <a:pt x="10" y="512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521832" y="524850"/>
            <a:ext cx="1080000" cy="1080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Schutz</a:t>
            </a:r>
          </a:p>
        </p:txBody>
      </p:sp>
    </p:spTree>
    <p:extLst>
      <p:ext uri="{BB962C8B-B14F-4D97-AF65-F5344CB8AC3E}">
        <p14:creationId xmlns:p14="http://schemas.microsoft.com/office/powerpoint/2010/main" val="3244408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nal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/>
          <p:cNvSpPr/>
          <p:nvPr/>
        </p:nvSpPr>
        <p:spPr bwMode="gray">
          <a:xfrm flipV="1">
            <a:off x="0" y="0"/>
            <a:ext cx="8198127" cy="6877050"/>
          </a:xfrm>
          <a:custGeom>
            <a:avLst/>
            <a:gdLst>
              <a:gd name="connsiteX0" fmla="*/ 0 w 8198127"/>
              <a:gd name="connsiteY0" fmla="*/ 6877050 h 6877050"/>
              <a:gd name="connsiteX1" fmla="*/ 6090082 w 8198127"/>
              <a:gd name="connsiteY1" fmla="*/ 6877050 h 6877050"/>
              <a:gd name="connsiteX2" fmla="*/ 8198127 w 8198127"/>
              <a:gd name="connsiteY2" fmla="*/ 6877050 h 6877050"/>
              <a:gd name="connsiteX3" fmla="*/ 6090082 w 8198127"/>
              <a:gd name="connsiteY3" fmla="*/ 0 h 6877050"/>
              <a:gd name="connsiteX4" fmla="*/ 0 w 8198127"/>
              <a:gd name="connsiteY4" fmla="*/ 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98127" h="6877050">
                <a:moveTo>
                  <a:pt x="0" y="6877050"/>
                </a:moveTo>
                <a:lnTo>
                  <a:pt x="6090082" y="6877050"/>
                </a:lnTo>
                <a:lnTo>
                  <a:pt x="8198127" y="6877050"/>
                </a:lnTo>
                <a:lnTo>
                  <a:pt x="6090082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28000">
                <a:srgbClr val="624963"/>
              </a:gs>
              <a:gs pos="0">
                <a:srgbClr val="624963"/>
              </a:gs>
              <a:gs pos="72000">
                <a:srgbClr val="443247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white">
          <a:xfrm>
            <a:off x="708820" y="1732757"/>
            <a:ext cx="5381496" cy="592617"/>
          </a:xfrm>
        </p:spPr>
        <p:txBody>
          <a:bodyPr anchor="b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0" indent="0" algn="l">
              <a:buNone/>
              <a:defRPr sz="2000">
                <a:solidFill>
                  <a:schemeClr val="bg1"/>
                </a:solidFill>
              </a:defRPr>
            </a:lvl2pPr>
            <a:lvl3pPr marL="0" indent="0" algn="l">
              <a:buNone/>
              <a:defRPr sz="2000">
                <a:solidFill>
                  <a:schemeClr val="bg1"/>
                </a:solidFill>
              </a:defRPr>
            </a:lvl3pPr>
            <a:lvl4pPr marL="0" indent="0" algn="l">
              <a:buNone/>
              <a:defRPr sz="2000">
                <a:solidFill>
                  <a:schemeClr val="bg1"/>
                </a:solidFill>
              </a:defRPr>
            </a:lvl4pPr>
            <a:lvl5pPr marL="0" indent="0" algn="l">
              <a:buNone/>
              <a:defRPr sz="2000">
                <a:solidFill>
                  <a:schemeClr val="bg1"/>
                </a:solidFill>
              </a:defRPr>
            </a:lvl5pPr>
            <a:lvl6pPr marL="0" indent="0" algn="l">
              <a:buNone/>
              <a:defRPr sz="2000">
                <a:solidFill>
                  <a:schemeClr val="bg1"/>
                </a:solidFill>
              </a:defRPr>
            </a:lvl6pPr>
            <a:lvl7pPr marL="0" indent="0" algn="l">
              <a:buNone/>
              <a:defRPr sz="2000">
                <a:solidFill>
                  <a:schemeClr val="bg1"/>
                </a:solidFill>
              </a:defRPr>
            </a:lvl7pPr>
            <a:lvl8pPr marL="0" indent="0" algn="l">
              <a:buNone/>
              <a:defRPr sz="2000">
                <a:solidFill>
                  <a:schemeClr val="bg1"/>
                </a:solidFill>
              </a:defRPr>
            </a:lvl8pPr>
            <a:lvl9pPr marL="0" indent="0" algn="l">
              <a:buNone/>
              <a:defRPr sz="2000">
                <a:solidFill>
                  <a:schemeClr val="bg1"/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B3FAC40B-1F0A-4A71-BE6F-607908DD1BC2}" type="datetime1">
              <a:rPr lang="en-US" smtClean="0"/>
              <a:t>8/7/2026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r>
              <a:rPr lang="en-US"/>
              <a:t>/// Bayer 16:9 Template Chart Pool /// September 2019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fld id="{EEAD9179-7A6B-4268-BEB2-F3B8EB06115B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white">
          <a:xfrm>
            <a:off x="708820" y="2424948"/>
            <a:ext cx="5381498" cy="1620000"/>
          </a:xfrm>
        </p:spPr>
        <p:txBody>
          <a:bodyPr anchor="t"/>
          <a:lstStyle>
            <a:lvl1pPr>
              <a:defRPr sz="5400" i="1">
                <a:solidFill>
                  <a:schemeClr val="accent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E7DB5C-15A7-4763-A498-7608598D843B}"/>
              </a:ext>
            </a:extLst>
          </p:cNvPr>
          <p:cNvSpPr txBox="1"/>
          <p:nvPr/>
        </p:nvSpPr>
        <p:spPr bwMode="white">
          <a:xfrm>
            <a:off x="1378683" y="4041068"/>
            <a:ext cx="480832" cy="1797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568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1" b="0" i="0" u="none" strike="noStrike" kern="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</a:rPr>
              <a:t>///////////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3"/>
          </p:nvPr>
        </p:nvSpPr>
        <p:spPr bwMode="white">
          <a:xfrm>
            <a:off x="1414398" y="4262151"/>
            <a:ext cx="3600000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1"/>
                </a:solidFill>
              </a:defRPr>
            </a:lvl1pPr>
            <a:lvl2pPr marL="0" indent="0">
              <a:spcBef>
                <a:spcPts val="180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4"/>
          </p:nvPr>
        </p:nvSpPr>
        <p:spPr bwMode="gray">
          <a:xfrm>
            <a:off x="6095922" y="0"/>
            <a:ext cx="6094492" cy="6858000"/>
          </a:xfrm>
          <a:custGeom>
            <a:avLst/>
            <a:gdLst>
              <a:gd name="connsiteX0" fmla="*/ 2102205 w 6094492"/>
              <a:gd name="connsiteY0" fmla="*/ 0 h 6858000"/>
              <a:gd name="connsiteX1" fmla="*/ 6094492 w 6094492"/>
              <a:gd name="connsiteY1" fmla="*/ 0 h 6858000"/>
              <a:gd name="connsiteX2" fmla="*/ 6094492 w 6094492"/>
              <a:gd name="connsiteY2" fmla="*/ 6858000 h 6858000"/>
              <a:gd name="connsiteX3" fmla="*/ 0 w 609449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4492" h="6858000">
                <a:moveTo>
                  <a:pt x="2102205" y="0"/>
                </a:moveTo>
                <a:lnTo>
                  <a:pt x="6094492" y="0"/>
                </a:lnTo>
                <a:lnTo>
                  <a:pt x="6094492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tIns="540000" anchor="ctr">
            <a:noAutofit/>
          </a:bodyPr>
          <a:lstStyle>
            <a:lvl1pPr algn="ctr">
              <a:defRPr/>
            </a:lvl1pPr>
          </a:lstStyle>
          <a:p>
            <a:r>
              <a:rPr lang="pt-BR"/>
              <a:t>Clique no ícone para adicionar uma imagem</a:t>
            </a:r>
            <a:endParaRPr lang="de-DE" dirty="0"/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01676" y="70485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Freeform 6"/>
          <p:cNvSpPr>
            <a:spLocks/>
          </p:cNvSpPr>
          <p:nvPr/>
        </p:nvSpPr>
        <p:spPr bwMode="gray">
          <a:xfrm>
            <a:off x="5111334" y="0"/>
            <a:ext cx="2938864" cy="6877050"/>
          </a:xfrm>
          <a:custGeom>
            <a:avLst/>
            <a:gdLst>
              <a:gd name="T0" fmla="*/ 10 w 2188"/>
              <a:gd name="T1" fmla="*/ 5120 h 5120"/>
              <a:gd name="T2" fmla="*/ 2188 w 2188"/>
              <a:gd name="T3" fmla="*/ 0 h 5120"/>
              <a:gd name="T4" fmla="*/ 2179 w 2188"/>
              <a:gd name="T5" fmla="*/ 0 h 5120"/>
              <a:gd name="T6" fmla="*/ 0 w 2188"/>
              <a:gd name="T7" fmla="*/ 5120 h 5120"/>
              <a:gd name="T8" fmla="*/ 10 w 2188"/>
              <a:gd name="T9" fmla="*/ 5120 h 51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188" h="5120">
                <a:moveTo>
                  <a:pt x="10" y="5120"/>
                </a:moveTo>
                <a:lnTo>
                  <a:pt x="2188" y="0"/>
                </a:lnTo>
                <a:lnTo>
                  <a:pt x="2179" y="0"/>
                </a:lnTo>
                <a:lnTo>
                  <a:pt x="0" y="5120"/>
                </a:lnTo>
                <a:lnTo>
                  <a:pt x="10" y="512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521832" y="524850"/>
            <a:ext cx="1080000" cy="1080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Schutz</a:t>
            </a:r>
          </a:p>
        </p:txBody>
      </p:sp>
    </p:spTree>
    <p:extLst>
      <p:ext uri="{BB962C8B-B14F-4D97-AF65-F5344CB8AC3E}">
        <p14:creationId xmlns:p14="http://schemas.microsoft.com/office/powerpoint/2010/main" val="1266078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elfoli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black">
          <a:xfrm>
            <a:off x="709365" y="1732422"/>
            <a:ext cx="3620552" cy="592952"/>
          </a:xfrm>
        </p:spPr>
        <p:txBody>
          <a:bodyPr anchor="b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0" indent="0" algn="l">
              <a:buNone/>
              <a:defRPr sz="2000">
                <a:solidFill>
                  <a:schemeClr val="bg1"/>
                </a:solidFill>
              </a:defRPr>
            </a:lvl2pPr>
            <a:lvl3pPr marL="0" indent="0" algn="l">
              <a:buNone/>
              <a:defRPr sz="2000">
                <a:solidFill>
                  <a:schemeClr val="bg1"/>
                </a:solidFill>
              </a:defRPr>
            </a:lvl3pPr>
            <a:lvl4pPr marL="0" indent="0" algn="l">
              <a:buNone/>
              <a:defRPr sz="2000">
                <a:solidFill>
                  <a:schemeClr val="bg1"/>
                </a:solidFill>
              </a:defRPr>
            </a:lvl4pPr>
            <a:lvl5pPr marL="0" indent="0" algn="l">
              <a:buNone/>
              <a:defRPr sz="2000">
                <a:solidFill>
                  <a:schemeClr val="bg1"/>
                </a:solidFill>
              </a:defRPr>
            </a:lvl5pPr>
            <a:lvl6pPr marL="0" indent="0" algn="l">
              <a:buNone/>
              <a:defRPr sz="2000">
                <a:solidFill>
                  <a:schemeClr val="bg1"/>
                </a:solidFill>
              </a:defRPr>
            </a:lvl6pPr>
            <a:lvl7pPr marL="0" indent="0" algn="l">
              <a:buNone/>
              <a:defRPr sz="2000">
                <a:solidFill>
                  <a:schemeClr val="bg1"/>
                </a:solidFill>
              </a:defRPr>
            </a:lvl7pPr>
            <a:lvl8pPr marL="0" indent="0" algn="l">
              <a:buNone/>
              <a:defRPr sz="2000">
                <a:solidFill>
                  <a:schemeClr val="bg1"/>
                </a:solidFill>
              </a:defRPr>
            </a:lvl8pPr>
            <a:lvl9pPr marL="0" indent="0" algn="l">
              <a:buNone/>
              <a:defRPr sz="2000">
                <a:solidFill>
                  <a:schemeClr val="bg1"/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2673278D-A9BB-4021-96F2-AF076789F5AE}" type="datetime1">
              <a:rPr lang="en-US" smtClean="0"/>
              <a:t>8/7/2026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r>
              <a:rPr lang="en-US"/>
              <a:t>/// Bayer 16:9 Template Chart Pool /// September 2019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fld id="{EEAD9179-7A6B-4268-BEB2-F3B8EB06115B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">
          <a:xfrm>
            <a:off x="709560" y="2424948"/>
            <a:ext cx="3620357" cy="1440000"/>
          </a:xfrm>
        </p:spPr>
        <p:txBody>
          <a:bodyPr anchor="t"/>
          <a:lstStyle>
            <a:lvl1pPr>
              <a:defRPr sz="3200" i="1">
                <a:solidFill>
                  <a:schemeClr val="accent4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3"/>
          </p:nvPr>
        </p:nvSpPr>
        <p:spPr bwMode="black">
          <a:xfrm>
            <a:off x="1414398" y="4262151"/>
            <a:ext cx="2915519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1"/>
                </a:solidFill>
              </a:defRPr>
            </a:lvl1pPr>
            <a:lvl2pPr marL="0" indent="0">
              <a:spcBef>
                <a:spcPts val="180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4"/>
          </p:nvPr>
        </p:nvSpPr>
        <p:spPr bwMode="gray">
          <a:xfrm>
            <a:off x="4077841" y="0"/>
            <a:ext cx="8114953" cy="6858000"/>
          </a:xfrm>
          <a:custGeom>
            <a:avLst/>
            <a:gdLst>
              <a:gd name="connsiteX0" fmla="*/ 1341581 w 8112573"/>
              <a:gd name="connsiteY0" fmla="*/ 0 h 6858000"/>
              <a:gd name="connsiteX1" fmla="*/ 8112573 w 8112573"/>
              <a:gd name="connsiteY1" fmla="*/ 0 h 6858000"/>
              <a:gd name="connsiteX2" fmla="*/ 8112573 w 8112573"/>
              <a:gd name="connsiteY2" fmla="*/ 6858000 h 6858000"/>
              <a:gd name="connsiteX3" fmla="*/ 8112572 w 8112573"/>
              <a:gd name="connsiteY3" fmla="*/ 6858000 h 6858000"/>
              <a:gd name="connsiteX4" fmla="*/ 8112572 w 8112573"/>
              <a:gd name="connsiteY4" fmla="*/ 5739354 h 6858000"/>
              <a:gd name="connsiteX5" fmla="*/ 3275459 w 8112573"/>
              <a:gd name="connsiteY5" fmla="*/ 6858000 h 6858000"/>
              <a:gd name="connsiteX6" fmla="*/ 0 w 8112573"/>
              <a:gd name="connsiteY6" fmla="*/ 6858000 h 6858000"/>
              <a:gd name="connsiteX0" fmla="*/ 1341581 w 8112573"/>
              <a:gd name="connsiteY0" fmla="*/ 0 h 6858000"/>
              <a:gd name="connsiteX1" fmla="*/ 8112573 w 8112573"/>
              <a:gd name="connsiteY1" fmla="*/ 0 h 6858000"/>
              <a:gd name="connsiteX2" fmla="*/ 8112573 w 8112573"/>
              <a:gd name="connsiteY2" fmla="*/ 6858000 h 6858000"/>
              <a:gd name="connsiteX3" fmla="*/ 8112572 w 8112573"/>
              <a:gd name="connsiteY3" fmla="*/ 5739354 h 6858000"/>
              <a:gd name="connsiteX4" fmla="*/ 3275459 w 8112573"/>
              <a:gd name="connsiteY4" fmla="*/ 6858000 h 6858000"/>
              <a:gd name="connsiteX5" fmla="*/ 0 w 8112573"/>
              <a:gd name="connsiteY5" fmla="*/ 6858000 h 6858000"/>
              <a:gd name="connsiteX6" fmla="*/ 1341581 w 8112573"/>
              <a:gd name="connsiteY6" fmla="*/ 0 h 6858000"/>
              <a:gd name="connsiteX0" fmla="*/ 1341581 w 8112573"/>
              <a:gd name="connsiteY0" fmla="*/ 0 h 6858000"/>
              <a:gd name="connsiteX1" fmla="*/ 8112573 w 8112573"/>
              <a:gd name="connsiteY1" fmla="*/ 0 h 6858000"/>
              <a:gd name="connsiteX2" fmla="*/ 8112572 w 8112573"/>
              <a:gd name="connsiteY2" fmla="*/ 5739354 h 6858000"/>
              <a:gd name="connsiteX3" fmla="*/ 3275459 w 8112573"/>
              <a:gd name="connsiteY3" fmla="*/ 6858000 h 6858000"/>
              <a:gd name="connsiteX4" fmla="*/ 0 w 8112573"/>
              <a:gd name="connsiteY4" fmla="*/ 6858000 h 6858000"/>
              <a:gd name="connsiteX5" fmla="*/ 1341581 w 8112573"/>
              <a:gd name="connsiteY5" fmla="*/ 0 h 6858000"/>
              <a:gd name="connsiteX0" fmla="*/ 1341581 w 8114953"/>
              <a:gd name="connsiteY0" fmla="*/ 0 h 6858000"/>
              <a:gd name="connsiteX1" fmla="*/ 8112573 w 8114953"/>
              <a:gd name="connsiteY1" fmla="*/ 0 h 6858000"/>
              <a:gd name="connsiteX2" fmla="*/ 8114953 w 8114953"/>
              <a:gd name="connsiteY2" fmla="*/ 6003673 h 6858000"/>
              <a:gd name="connsiteX3" fmla="*/ 3275459 w 8114953"/>
              <a:gd name="connsiteY3" fmla="*/ 6858000 h 6858000"/>
              <a:gd name="connsiteX4" fmla="*/ 0 w 8114953"/>
              <a:gd name="connsiteY4" fmla="*/ 6858000 h 6858000"/>
              <a:gd name="connsiteX5" fmla="*/ 1341581 w 8114953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114953" h="6858000">
                <a:moveTo>
                  <a:pt x="1341581" y="0"/>
                </a:moveTo>
                <a:lnTo>
                  <a:pt x="8112573" y="0"/>
                </a:lnTo>
                <a:cubicBezTo>
                  <a:pt x="8112573" y="1913118"/>
                  <a:pt x="8114953" y="4090555"/>
                  <a:pt x="8114953" y="6003673"/>
                </a:cubicBezTo>
                <a:lnTo>
                  <a:pt x="3275459" y="6858000"/>
                </a:lnTo>
                <a:lnTo>
                  <a:pt x="0" y="6858000"/>
                </a:lnTo>
                <a:lnTo>
                  <a:pt x="1341581" y="0"/>
                </a:lnTo>
                <a:close/>
              </a:path>
            </a:pathLst>
          </a:custGeom>
        </p:spPr>
        <p:txBody>
          <a:bodyPr wrap="square" tIns="540000" anchor="ctr">
            <a:noAutofit/>
          </a:bodyPr>
          <a:lstStyle>
            <a:lvl1pPr algn="ctr">
              <a:defRPr/>
            </a:lvl1pPr>
          </a:lstStyle>
          <a:p>
            <a:r>
              <a:rPr lang="pt-BR"/>
              <a:t>Clique no ícone para adicionar uma imagem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67722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 3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black">
          <a:xfrm>
            <a:off x="709365" y="1732422"/>
            <a:ext cx="3620552" cy="592952"/>
          </a:xfrm>
        </p:spPr>
        <p:txBody>
          <a:bodyPr anchor="b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0" indent="0" algn="l">
              <a:buNone/>
              <a:defRPr sz="2000">
                <a:solidFill>
                  <a:schemeClr val="bg1"/>
                </a:solidFill>
              </a:defRPr>
            </a:lvl2pPr>
            <a:lvl3pPr marL="0" indent="0" algn="l">
              <a:buNone/>
              <a:defRPr sz="2000">
                <a:solidFill>
                  <a:schemeClr val="bg1"/>
                </a:solidFill>
              </a:defRPr>
            </a:lvl3pPr>
            <a:lvl4pPr marL="0" indent="0" algn="l">
              <a:buNone/>
              <a:defRPr sz="2000">
                <a:solidFill>
                  <a:schemeClr val="bg1"/>
                </a:solidFill>
              </a:defRPr>
            </a:lvl4pPr>
            <a:lvl5pPr marL="0" indent="0" algn="l">
              <a:buNone/>
              <a:defRPr sz="2000">
                <a:solidFill>
                  <a:schemeClr val="bg1"/>
                </a:solidFill>
              </a:defRPr>
            </a:lvl5pPr>
            <a:lvl6pPr marL="0" indent="0" algn="l">
              <a:buNone/>
              <a:defRPr sz="2000">
                <a:solidFill>
                  <a:schemeClr val="bg1"/>
                </a:solidFill>
              </a:defRPr>
            </a:lvl6pPr>
            <a:lvl7pPr marL="0" indent="0" algn="l">
              <a:buNone/>
              <a:defRPr sz="2000">
                <a:solidFill>
                  <a:schemeClr val="bg1"/>
                </a:solidFill>
              </a:defRPr>
            </a:lvl7pPr>
            <a:lvl8pPr marL="0" indent="0" algn="l">
              <a:buNone/>
              <a:defRPr sz="2000">
                <a:solidFill>
                  <a:schemeClr val="bg1"/>
                </a:solidFill>
              </a:defRPr>
            </a:lvl8pPr>
            <a:lvl9pPr marL="0" indent="0" algn="l">
              <a:buNone/>
              <a:defRPr sz="2000">
                <a:solidFill>
                  <a:schemeClr val="bg1"/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32F133E9-EA92-440E-BF78-02EDCC06A670}" type="datetime1">
              <a:rPr lang="en-US" smtClean="0"/>
              <a:t>8/7/2026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r>
              <a:rPr lang="en-US"/>
              <a:t>/// Bayer 16:9 Template Chart Pool /// September 2019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fld id="{EEAD9179-7A6B-4268-BEB2-F3B8EB06115B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">
          <a:xfrm>
            <a:off x="709560" y="2424948"/>
            <a:ext cx="3620357" cy="1440000"/>
          </a:xfrm>
        </p:spPr>
        <p:txBody>
          <a:bodyPr anchor="t"/>
          <a:lstStyle>
            <a:lvl1pPr>
              <a:defRPr sz="3200" i="1">
                <a:solidFill>
                  <a:schemeClr val="accent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3"/>
          </p:nvPr>
        </p:nvSpPr>
        <p:spPr bwMode="black">
          <a:xfrm>
            <a:off x="1414398" y="4262151"/>
            <a:ext cx="2915519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1"/>
                </a:solidFill>
              </a:defRPr>
            </a:lvl1pPr>
            <a:lvl2pPr marL="0" indent="0">
              <a:spcBef>
                <a:spcPts val="180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5" name="Picture Placeholder 12"/>
          <p:cNvSpPr>
            <a:spLocks noGrp="1"/>
          </p:cNvSpPr>
          <p:nvPr>
            <p:ph type="pic" sz="quarter" idx="14"/>
          </p:nvPr>
        </p:nvSpPr>
        <p:spPr bwMode="gray">
          <a:xfrm>
            <a:off x="4077842" y="0"/>
            <a:ext cx="8114954" cy="6858000"/>
          </a:xfrm>
          <a:custGeom>
            <a:avLst/>
            <a:gdLst>
              <a:gd name="connsiteX0" fmla="*/ 1341581 w 8112573"/>
              <a:gd name="connsiteY0" fmla="*/ 0 h 6858000"/>
              <a:gd name="connsiteX1" fmla="*/ 8112573 w 8112573"/>
              <a:gd name="connsiteY1" fmla="*/ 0 h 6858000"/>
              <a:gd name="connsiteX2" fmla="*/ 8112573 w 8112573"/>
              <a:gd name="connsiteY2" fmla="*/ 6858000 h 6858000"/>
              <a:gd name="connsiteX3" fmla="*/ 8112572 w 8112573"/>
              <a:gd name="connsiteY3" fmla="*/ 6858000 h 6858000"/>
              <a:gd name="connsiteX4" fmla="*/ 8112572 w 8112573"/>
              <a:gd name="connsiteY4" fmla="*/ 5739354 h 6858000"/>
              <a:gd name="connsiteX5" fmla="*/ 3275459 w 8112573"/>
              <a:gd name="connsiteY5" fmla="*/ 6858000 h 6858000"/>
              <a:gd name="connsiteX6" fmla="*/ 0 w 8112573"/>
              <a:gd name="connsiteY6" fmla="*/ 6858000 h 6858000"/>
              <a:gd name="connsiteX0" fmla="*/ 1341581 w 8112573"/>
              <a:gd name="connsiteY0" fmla="*/ 0 h 6858000"/>
              <a:gd name="connsiteX1" fmla="*/ 8112573 w 8112573"/>
              <a:gd name="connsiteY1" fmla="*/ 0 h 6858000"/>
              <a:gd name="connsiteX2" fmla="*/ 8112573 w 8112573"/>
              <a:gd name="connsiteY2" fmla="*/ 6858000 h 6858000"/>
              <a:gd name="connsiteX3" fmla="*/ 8112572 w 8112573"/>
              <a:gd name="connsiteY3" fmla="*/ 5739354 h 6858000"/>
              <a:gd name="connsiteX4" fmla="*/ 3275459 w 8112573"/>
              <a:gd name="connsiteY4" fmla="*/ 6858000 h 6858000"/>
              <a:gd name="connsiteX5" fmla="*/ 0 w 8112573"/>
              <a:gd name="connsiteY5" fmla="*/ 6858000 h 6858000"/>
              <a:gd name="connsiteX6" fmla="*/ 1341581 w 8112573"/>
              <a:gd name="connsiteY6" fmla="*/ 0 h 6858000"/>
              <a:gd name="connsiteX0" fmla="*/ 1341581 w 8112573"/>
              <a:gd name="connsiteY0" fmla="*/ 0 h 6858000"/>
              <a:gd name="connsiteX1" fmla="*/ 8112573 w 8112573"/>
              <a:gd name="connsiteY1" fmla="*/ 0 h 6858000"/>
              <a:gd name="connsiteX2" fmla="*/ 8112572 w 8112573"/>
              <a:gd name="connsiteY2" fmla="*/ 5739354 h 6858000"/>
              <a:gd name="connsiteX3" fmla="*/ 3275459 w 8112573"/>
              <a:gd name="connsiteY3" fmla="*/ 6858000 h 6858000"/>
              <a:gd name="connsiteX4" fmla="*/ 0 w 8112573"/>
              <a:gd name="connsiteY4" fmla="*/ 6858000 h 6858000"/>
              <a:gd name="connsiteX5" fmla="*/ 1341581 w 8112573"/>
              <a:gd name="connsiteY5" fmla="*/ 0 h 6858000"/>
              <a:gd name="connsiteX0" fmla="*/ 1341581 w 8114954"/>
              <a:gd name="connsiteY0" fmla="*/ 0 h 6858000"/>
              <a:gd name="connsiteX1" fmla="*/ 8112573 w 8114954"/>
              <a:gd name="connsiteY1" fmla="*/ 0 h 6858000"/>
              <a:gd name="connsiteX2" fmla="*/ 8114954 w 8114954"/>
              <a:gd name="connsiteY2" fmla="*/ 6003672 h 6858000"/>
              <a:gd name="connsiteX3" fmla="*/ 3275459 w 8114954"/>
              <a:gd name="connsiteY3" fmla="*/ 6858000 h 6858000"/>
              <a:gd name="connsiteX4" fmla="*/ 0 w 8114954"/>
              <a:gd name="connsiteY4" fmla="*/ 6858000 h 6858000"/>
              <a:gd name="connsiteX5" fmla="*/ 1341581 w 8114954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114954" h="6858000">
                <a:moveTo>
                  <a:pt x="1341581" y="0"/>
                </a:moveTo>
                <a:lnTo>
                  <a:pt x="8112573" y="0"/>
                </a:lnTo>
                <a:cubicBezTo>
                  <a:pt x="8112573" y="1913118"/>
                  <a:pt x="8114954" y="4090554"/>
                  <a:pt x="8114954" y="6003672"/>
                </a:cubicBezTo>
                <a:lnTo>
                  <a:pt x="3275459" y="6858000"/>
                </a:lnTo>
                <a:lnTo>
                  <a:pt x="0" y="6858000"/>
                </a:lnTo>
                <a:lnTo>
                  <a:pt x="1341581" y="0"/>
                </a:lnTo>
                <a:close/>
              </a:path>
            </a:pathLst>
          </a:custGeom>
        </p:spPr>
        <p:txBody>
          <a:bodyPr wrap="square" tIns="540000" anchor="ctr">
            <a:noAutofit/>
          </a:bodyPr>
          <a:lstStyle>
            <a:lvl1pPr algn="ctr">
              <a:defRPr/>
            </a:lvl1pPr>
          </a:lstStyle>
          <a:p>
            <a:r>
              <a:rPr lang="pt-BR"/>
              <a:t>Clique no ícone para adicionar uma imagem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53343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black">
          <a:xfrm>
            <a:off x="709365" y="1732422"/>
            <a:ext cx="3620552" cy="592952"/>
          </a:xfrm>
        </p:spPr>
        <p:txBody>
          <a:bodyPr anchor="b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0" indent="0" algn="l">
              <a:buNone/>
              <a:defRPr sz="2000">
                <a:solidFill>
                  <a:schemeClr val="bg1"/>
                </a:solidFill>
              </a:defRPr>
            </a:lvl2pPr>
            <a:lvl3pPr marL="0" indent="0" algn="l">
              <a:buNone/>
              <a:defRPr sz="2000">
                <a:solidFill>
                  <a:schemeClr val="bg1"/>
                </a:solidFill>
              </a:defRPr>
            </a:lvl3pPr>
            <a:lvl4pPr marL="0" indent="0" algn="l">
              <a:buNone/>
              <a:defRPr sz="2000">
                <a:solidFill>
                  <a:schemeClr val="bg1"/>
                </a:solidFill>
              </a:defRPr>
            </a:lvl4pPr>
            <a:lvl5pPr marL="0" indent="0" algn="l">
              <a:buNone/>
              <a:defRPr sz="2000">
                <a:solidFill>
                  <a:schemeClr val="bg1"/>
                </a:solidFill>
              </a:defRPr>
            </a:lvl5pPr>
            <a:lvl6pPr marL="0" indent="0" algn="l">
              <a:buNone/>
              <a:defRPr sz="2000">
                <a:solidFill>
                  <a:schemeClr val="bg1"/>
                </a:solidFill>
              </a:defRPr>
            </a:lvl6pPr>
            <a:lvl7pPr marL="0" indent="0" algn="l">
              <a:buNone/>
              <a:defRPr sz="2000">
                <a:solidFill>
                  <a:schemeClr val="bg1"/>
                </a:solidFill>
              </a:defRPr>
            </a:lvl7pPr>
            <a:lvl8pPr marL="0" indent="0" algn="l">
              <a:buNone/>
              <a:defRPr sz="2000">
                <a:solidFill>
                  <a:schemeClr val="bg1"/>
                </a:solidFill>
              </a:defRPr>
            </a:lvl8pPr>
            <a:lvl9pPr marL="0" indent="0" algn="l">
              <a:buNone/>
              <a:defRPr sz="2000">
                <a:solidFill>
                  <a:schemeClr val="bg1"/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4A988B46-4F28-4F44-8800-5AD108B6718D}" type="datetime1">
              <a:rPr lang="en-US" smtClean="0"/>
              <a:t>8/7/2026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r>
              <a:rPr lang="en-US"/>
              <a:t>/// Bayer 16:9 Template Chart Pool /// September 2019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fld id="{EEAD9179-7A6B-4268-BEB2-F3B8EB06115B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">
          <a:xfrm>
            <a:off x="709560" y="2424948"/>
            <a:ext cx="3620357" cy="1440000"/>
          </a:xfrm>
        </p:spPr>
        <p:txBody>
          <a:bodyPr anchor="t"/>
          <a:lstStyle>
            <a:lvl1pPr>
              <a:defRPr sz="3200" i="1"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3"/>
          </p:nvPr>
        </p:nvSpPr>
        <p:spPr bwMode="black">
          <a:xfrm>
            <a:off x="1414398" y="4262151"/>
            <a:ext cx="2915519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1"/>
                </a:solidFill>
              </a:defRPr>
            </a:lvl1pPr>
            <a:lvl2pPr marL="0" indent="0">
              <a:spcBef>
                <a:spcPts val="180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5" name="Picture Placeholder 12"/>
          <p:cNvSpPr>
            <a:spLocks noGrp="1"/>
          </p:cNvSpPr>
          <p:nvPr>
            <p:ph type="pic" sz="quarter" idx="14"/>
          </p:nvPr>
        </p:nvSpPr>
        <p:spPr bwMode="gray">
          <a:xfrm>
            <a:off x="4077841" y="0"/>
            <a:ext cx="8112573" cy="6858000"/>
          </a:xfrm>
          <a:custGeom>
            <a:avLst/>
            <a:gdLst>
              <a:gd name="connsiteX0" fmla="*/ 1341581 w 8112573"/>
              <a:gd name="connsiteY0" fmla="*/ 0 h 6858000"/>
              <a:gd name="connsiteX1" fmla="*/ 8112573 w 8112573"/>
              <a:gd name="connsiteY1" fmla="*/ 0 h 6858000"/>
              <a:gd name="connsiteX2" fmla="*/ 8112573 w 8112573"/>
              <a:gd name="connsiteY2" fmla="*/ 6858000 h 6858000"/>
              <a:gd name="connsiteX3" fmla="*/ 8112572 w 8112573"/>
              <a:gd name="connsiteY3" fmla="*/ 6858000 h 6858000"/>
              <a:gd name="connsiteX4" fmla="*/ 8112572 w 8112573"/>
              <a:gd name="connsiteY4" fmla="*/ 5739354 h 6858000"/>
              <a:gd name="connsiteX5" fmla="*/ 3275459 w 8112573"/>
              <a:gd name="connsiteY5" fmla="*/ 6858000 h 6858000"/>
              <a:gd name="connsiteX6" fmla="*/ 0 w 8112573"/>
              <a:gd name="connsiteY6" fmla="*/ 6858000 h 6858000"/>
              <a:gd name="connsiteX0" fmla="*/ 1341581 w 8112573"/>
              <a:gd name="connsiteY0" fmla="*/ 0 h 6858000"/>
              <a:gd name="connsiteX1" fmla="*/ 8112573 w 8112573"/>
              <a:gd name="connsiteY1" fmla="*/ 0 h 6858000"/>
              <a:gd name="connsiteX2" fmla="*/ 8112573 w 8112573"/>
              <a:gd name="connsiteY2" fmla="*/ 6858000 h 6858000"/>
              <a:gd name="connsiteX3" fmla="*/ 8112572 w 8112573"/>
              <a:gd name="connsiteY3" fmla="*/ 5739354 h 6858000"/>
              <a:gd name="connsiteX4" fmla="*/ 3275459 w 8112573"/>
              <a:gd name="connsiteY4" fmla="*/ 6858000 h 6858000"/>
              <a:gd name="connsiteX5" fmla="*/ 0 w 8112573"/>
              <a:gd name="connsiteY5" fmla="*/ 6858000 h 6858000"/>
              <a:gd name="connsiteX6" fmla="*/ 1341581 w 8112573"/>
              <a:gd name="connsiteY6" fmla="*/ 0 h 6858000"/>
              <a:gd name="connsiteX0" fmla="*/ 1341581 w 8112573"/>
              <a:gd name="connsiteY0" fmla="*/ 0 h 6858000"/>
              <a:gd name="connsiteX1" fmla="*/ 8112573 w 8112573"/>
              <a:gd name="connsiteY1" fmla="*/ 0 h 6858000"/>
              <a:gd name="connsiteX2" fmla="*/ 8112572 w 8112573"/>
              <a:gd name="connsiteY2" fmla="*/ 5739354 h 6858000"/>
              <a:gd name="connsiteX3" fmla="*/ 3275459 w 8112573"/>
              <a:gd name="connsiteY3" fmla="*/ 6858000 h 6858000"/>
              <a:gd name="connsiteX4" fmla="*/ 0 w 8112573"/>
              <a:gd name="connsiteY4" fmla="*/ 6858000 h 6858000"/>
              <a:gd name="connsiteX5" fmla="*/ 1341581 w 8112573"/>
              <a:gd name="connsiteY5" fmla="*/ 0 h 6858000"/>
              <a:gd name="connsiteX0" fmla="*/ 1341581 w 8112573"/>
              <a:gd name="connsiteY0" fmla="*/ 0 h 6858000"/>
              <a:gd name="connsiteX1" fmla="*/ 8112573 w 8112573"/>
              <a:gd name="connsiteY1" fmla="*/ 0 h 6858000"/>
              <a:gd name="connsiteX2" fmla="*/ 8112572 w 8112573"/>
              <a:gd name="connsiteY2" fmla="*/ 6001292 h 6858000"/>
              <a:gd name="connsiteX3" fmla="*/ 3275459 w 8112573"/>
              <a:gd name="connsiteY3" fmla="*/ 6858000 h 6858000"/>
              <a:gd name="connsiteX4" fmla="*/ 0 w 8112573"/>
              <a:gd name="connsiteY4" fmla="*/ 6858000 h 6858000"/>
              <a:gd name="connsiteX5" fmla="*/ 1341581 w 8112573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112573" h="6858000">
                <a:moveTo>
                  <a:pt x="1341581" y="0"/>
                </a:moveTo>
                <a:lnTo>
                  <a:pt x="8112573" y="0"/>
                </a:lnTo>
                <a:cubicBezTo>
                  <a:pt x="8112573" y="1913118"/>
                  <a:pt x="8112572" y="4088174"/>
                  <a:pt x="8112572" y="6001292"/>
                </a:cubicBezTo>
                <a:lnTo>
                  <a:pt x="3275459" y="6858000"/>
                </a:lnTo>
                <a:lnTo>
                  <a:pt x="0" y="6858000"/>
                </a:lnTo>
                <a:lnTo>
                  <a:pt x="1341581" y="0"/>
                </a:lnTo>
                <a:close/>
              </a:path>
            </a:pathLst>
          </a:custGeom>
        </p:spPr>
        <p:txBody>
          <a:bodyPr wrap="square" tIns="540000" anchor="ctr">
            <a:noAutofit/>
          </a:bodyPr>
          <a:lstStyle>
            <a:lvl1pPr algn="ctr">
              <a:defRPr/>
            </a:lvl1pPr>
          </a:lstStyle>
          <a:p>
            <a:r>
              <a:rPr lang="pt-BR"/>
              <a:t>Clique no ícone para adicionar uma imagem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54383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ags" Target="../tags/tag2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3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980281" y="1732751"/>
            <a:ext cx="10800000" cy="4752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981821" y="181938"/>
            <a:ext cx="10798460" cy="8640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gray">
          <a:xfrm>
            <a:off x="11121231" y="6617933"/>
            <a:ext cx="488950" cy="108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r">
              <a:defRPr sz="700">
                <a:noFill/>
              </a:defRPr>
            </a:lvl1pPr>
            <a:lvl2pPr marL="1588" indent="0" algn="r">
              <a:defRPr sz="700">
                <a:noFill/>
              </a:defRPr>
            </a:lvl2pPr>
            <a:lvl3pPr marL="0" indent="0" algn="r">
              <a:defRPr sz="700">
                <a:noFill/>
              </a:defRPr>
            </a:lvl3pPr>
            <a:lvl4pPr marL="0" indent="0" algn="r">
              <a:tabLst/>
              <a:defRPr sz="700">
                <a:noFill/>
              </a:defRPr>
            </a:lvl4pPr>
            <a:lvl5pPr marL="0" indent="0" algn="r">
              <a:defRPr sz="700">
                <a:noFill/>
              </a:defRPr>
            </a:lvl5pPr>
            <a:lvl6pPr marL="0" indent="0" algn="r">
              <a:defRPr sz="700">
                <a:noFill/>
              </a:defRPr>
            </a:lvl6pPr>
            <a:lvl7pPr marL="0" indent="0" algn="r">
              <a:defRPr sz="700">
                <a:noFill/>
              </a:defRPr>
            </a:lvl7pPr>
            <a:lvl8pPr marL="0" indent="0" algn="r">
              <a:defRPr sz="700">
                <a:noFill/>
              </a:defRPr>
            </a:lvl8pPr>
            <a:lvl9pPr marL="0" indent="0" algn="r">
              <a:defRPr sz="700">
                <a:noFill/>
              </a:defRPr>
            </a:lvl9pPr>
          </a:lstStyle>
          <a:p>
            <a:fld id="{3154EF7C-13F9-4686-8000-CC9DB7C7272A}" type="datetime1">
              <a:rPr lang="en-US" smtClean="0"/>
              <a:t>8/7/2026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gray">
          <a:xfrm>
            <a:off x="974672" y="6617933"/>
            <a:ext cx="8640000" cy="108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>
              <a:defRPr sz="700">
                <a:solidFill>
                  <a:schemeClr val="accent1"/>
                </a:solidFill>
              </a:defRPr>
            </a:lvl1pPr>
            <a:lvl2pPr marL="0" indent="0">
              <a:defRPr sz="700">
                <a:solidFill>
                  <a:schemeClr val="accent1"/>
                </a:solidFill>
              </a:defRPr>
            </a:lvl2pPr>
            <a:lvl3pPr marL="0" indent="0">
              <a:defRPr sz="700">
                <a:solidFill>
                  <a:schemeClr val="accent1"/>
                </a:solidFill>
              </a:defRPr>
            </a:lvl3pPr>
            <a:lvl4pPr marL="0" indent="0">
              <a:defRPr sz="700">
                <a:solidFill>
                  <a:schemeClr val="accent1"/>
                </a:solidFill>
              </a:defRPr>
            </a:lvl4pPr>
            <a:lvl5pPr marL="0" indent="0">
              <a:defRPr sz="700">
                <a:solidFill>
                  <a:schemeClr val="accent1"/>
                </a:solidFill>
              </a:defRPr>
            </a:lvl5pPr>
            <a:lvl6pPr marL="0" indent="0">
              <a:tabLst/>
              <a:defRPr sz="700">
                <a:solidFill>
                  <a:schemeClr val="accent1"/>
                </a:solidFill>
              </a:defRPr>
            </a:lvl6pPr>
            <a:lvl7pPr marL="0" indent="0">
              <a:tabLst/>
              <a:defRPr sz="700">
                <a:solidFill>
                  <a:schemeClr val="accent1"/>
                </a:solidFill>
              </a:defRPr>
            </a:lvl7pPr>
            <a:lvl8pPr marL="0" indent="0">
              <a:defRPr sz="700">
                <a:solidFill>
                  <a:schemeClr val="accent1"/>
                </a:solidFill>
              </a:defRPr>
            </a:lvl8pPr>
            <a:lvl9pPr marL="0" indent="0">
              <a:defRPr sz="700">
                <a:solidFill>
                  <a:schemeClr val="accent1"/>
                </a:solidFill>
              </a:defRPr>
            </a:lvl9pPr>
          </a:lstStyle>
          <a:p>
            <a:r>
              <a:rPr lang="en-US"/>
              <a:t>/// Bayer 16:9 Template Chart Pool /// September 2019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95843" y="6617933"/>
            <a:ext cx="392326" cy="108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>
              <a:defRPr sz="700">
                <a:solidFill>
                  <a:schemeClr val="accent2"/>
                </a:solidFill>
              </a:defRPr>
            </a:lvl1pPr>
            <a:lvl2pPr marL="0" indent="0" algn="ctr">
              <a:defRPr sz="700">
                <a:solidFill>
                  <a:schemeClr val="accent2"/>
                </a:solidFill>
              </a:defRPr>
            </a:lvl2pPr>
            <a:lvl3pPr marL="0" indent="0" algn="ctr">
              <a:defRPr sz="700">
                <a:solidFill>
                  <a:schemeClr val="accent2"/>
                </a:solidFill>
              </a:defRPr>
            </a:lvl3pPr>
            <a:lvl4pPr marL="0" indent="0" algn="ctr">
              <a:defRPr sz="700">
                <a:solidFill>
                  <a:schemeClr val="accent2"/>
                </a:solidFill>
              </a:defRPr>
            </a:lvl4pPr>
            <a:lvl5pPr marL="0" indent="0" algn="ctr">
              <a:defRPr sz="700">
                <a:solidFill>
                  <a:schemeClr val="accent2"/>
                </a:solidFill>
              </a:defRPr>
            </a:lvl5pPr>
            <a:lvl6pPr marL="0" indent="0" algn="ctr">
              <a:defRPr sz="700">
                <a:solidFill>
                  <a:schemeClr val="accent2"/>
                </a:solidFill>
              </a:defRPr>
            </a:lvl6pPr>
            <a:lvl7pPr marL="0" indent="0" algn="ctr">
              <a:defRPr sz="700">
                <a:solidFill>
                  <a:schemeClr val="accent2"/>
                </a:solidFill>
              </a:defRPr>
            </a:lvl7pPr>
            <a:lvl8pPr marL="0" indent="0" algn="ctr">
              <a:defRPr sz="700">
                <a:solidFill>
                  <a:schemeClr val="accent2"/>
                </a:solidFill>
              </a:defRPr>
            </a:lvl8pPr>
            <a:lvl9pPr marL="0" indent="0" algn="ctr">
              <a:defRPr sz="700">
                <a:solidFill>
                  <a:schemeClr val="accent2"/>
                </a:solidFill>
              </a:defRPr>
            </a:lvl9pPr>
          </a:lstStyle>
          <a:p>
            <a:fld id="{EEAD9179-7A6B-4268-BEB2-F3B8EB06115B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7" name="empower - DO NOT DELETE!!!" hidden="1"/>
          <p:cNvSpPr/>
          <p:nvPr userDrawn="1">
            <p:custDataLst>
              <p:tags r:id="rId21"/>
            </p:custDataLst>
          </p:nvPr>
        </p:nvSpPr>
        <p:spPr bwMode="gray">
          <a:xfrm>
            <a:off x="0" y="0"/>
            <a:ext cx="0" cy="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DE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2FDEAEE1-4CD7-9343-908C-F55D16E5367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0756900" y="6459220"/>
            <a:ext cx="1433513" cy="3352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2200">
                <a:solidFill>
                  <a:srgbClr val="FF8939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RESTRICTED</a:t>
            </a:r>
          </a:p>
        </p:txBody>
      </p:sp>
    </p:spTree>
    <p:extLst>
      <p:ext uri="{BB962C8B-B14F-4D97-AF65-F5344CB8AC3E}">
        <p14:creationId xmlns:p14="http://schemas.microsoft.com/office/powerpoint/2010/main" val="3962558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56" r:id="rId1"/>
    <p:sldLayoutId id="2147484357" r:id="rId2"/>
    <p:sldLayoutId id="2147484358" r:id="rId3"/>
    <p:sldLayoutId id="2147484359" r:id="rId4"/>
    <p:sldLayoutId id="2147484360" r:id="rId5"/>
    <p:sldLayoutId id="2147484361" r:id="rId6"/>
    <p:sldLayoutId id="2147484362" r:id="rId7"/>
    <p:sldLayoutId id="2147484363" r:id="rId8"/>
    <p:sldLayoutId id="2147484364" r:id="rId9"/>
    <p:sldLayoutId id="2147484365" r:id="rId10"/>
    <p:sldLayoutId id="2147484366" r:id="rId11"/>
    <p:sldLayoutId id="2147484367" r:id="rId12"/>
    <p:sldLayoutId id="2147484368" r:id="rId13"/>
    <p:sldLayoutId id="2147484369" r:id="rId14"/>
    <p:sldLayoutId id="2147484370" r:id="rId15"/>
    <p:sldLayoutId id="2147484371" r:id="rId16"/>
    <p:sldLayoutId id="2147484372" r:id="rId17"/>
    <p:sldLayoutId id="2147484373" r:id="rId18"/>
    <p:sldLayoutId id="2147484374" r:id="rId1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ts val="1200"/>
        </a:spcBef>
        <a:spcAft>
          <a:spcPts val="600"/>
        </a:spcAft>
        <a:buFont typeface="Arial" panose="020B0604020202020204" pitchFamily="34" charset="0"/>
        <a:buNone/>
        <a:defRPr sz="18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270000" indent="-270000" algn="l" defTabSz="914400" rtl="0" eaLnBrk="1" latinLnBrk="0" hangingPunct="1">
        <a:spcBef>
          <a:spcPts val="300"/>
        </a:spcBef>
        <a:spcAft>
          <a:spcPts val="600"/>
        </a:spcAft>
        <a:buFontTx/>
        <a:buBlip>
          <a:blip r:embed="rId22"/>
        </a:buBlip>
        <a:defRPr sz="18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540000" indent="-270000" algn="l" defTabSz="914400" rtl="0" eaLnBrk="1" latinLnBrk="0" hangingPunct="1">
        <a:spcBef>
          <a:spcPts val="300"/>
        </a:spcBef>
        <a:spcAft>
          <a:spcPts val="600"/>
        </a:spcAft>
        <a:buFontTx/>
        <a:buBlip>
          <a:blip r:embed="rId23"/>
        </a:buBlip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810000" indent="-270000" algn="l" defTabSz="914400" rtl="0" eaLnBrk="1" latinLnBrk="0" hangingPunct="1">
        <a:spcBef>
          <a:spcPts val="300"/>
        </a:spcBef>
        <a:spcAft>
          <a:spcPts val="600"/>
        </a:spcAft>
        <a:buFontTx/>
        <a:buBlip>
          <a:blip r:embed="rId24"/>
        </a:buBlip>
        <a:defRPr sz="18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080000" indent="-270000" algn="l" defTabSz="914400" rtl="0" eaLnBrk="1" latinLnBrk="0" hangingPunct="1">
        <a:spcBef>
          <a:spcPts val="300"/>
        </a:spcBef>
        <a:spcAft>
          <a:spcPts val="600"/>
        </a:spcAft>
        <a:buFontTx/>
        <a:buBlip>
          <a:blip r:embed="rId25"/>
        </a:buBlip>
        <a:defRPr sz="18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080000" indent="-270000" algn="l" defTabSz="914400" rtl="0" eaLnBrk="1" latinLnBrk="0" hangingPunct="1">
        <a:spcBef>
          <a:spcPts val="300"/>
        </a:spcBef>
        <a:spcAft>
          <a:spcPts val="600"/>
        </a:spcAft>
        <a:buFontTx/>
        <a:buBlip>
          <a:blip r:embed="rId25"/>
        </a:buBlip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080000" indent="-270000" algn="l" defTabSz="914400" rtl="0" eaLnBrk="1" latinLnBrk="0" hangingPunct="1">
        <a:spcBef>
          <a:spcPts val="300"/>
        </a:spcBef>
        <a:spcAft>
          <a:spcPts val="600"/>
        </a:spcAft>
        <a:buFontTx/>
        <a:buBlip>
          <a:blip r:embed="rId25"/>
        </a:buBlip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1080000" indent="-270000" algn="l" defTabSz="914400" rtl="0" eaLnBrk="1" latinLnBrk="0" hangingPunct="1">
        <a:spcBef>
          <a:spcPts val="300"/>
        </a:spcBef>
        <a:spcAft>
          <a:spcPts val="600"/>
        </a:spcAft>
        <a:buFontTx/>
        <a:buBlip>
          <a:blip r:embed="rId25"/>
        </a:buBlip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1080000" indent="-270000" algn="l" defTabSz="914400" rtl="0" eaLnBrk="1" latinLnBrk="0" hangingPunct="1">
        <a:spcBef>
          <a:spcPts val="300"/>
        </a:spcBef>
        <a:spcAft>
          <a:spcPts val="600"/>
        </a:spcAft>
        <a:buFontTx/>
        <a:buBlip>
          <a:blip r:embed="rId25"/>
        </a:buBlip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1.xml"/><Relationship Id="rId6" Type="http://schemas.openxmlformats.org/officeDocument/2006/relationships/chart" Target="../charts/chart5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11.xml"/><Relationship Id="rId6" Type="http://schemas.openxmlformats.org/officeDocument/2006/relationships/chart" Target="../charts/chart10.xml"/><Relationship Id="rId5" Type="http://schemas.openxmlformats.org/officeDocument/2006/relationships/chart" Target="../charts/chart9.xml"/><Relationship Id="rId4" Type="http://schemas.openxmlformats.org/officeDocument/2006/relationships/chart" Target="../charts/char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ítulo 1">
            <a:extLst>
              <a:ext uri="{FF2B5EF4-FFF2-40B4-BE49-F238E27FC236}">
                <a16:creationId xmlns:a16="http://schemas.microsoft.com/office/drawing/2014/main" id="{0A8F6A8B-A4DE-3EBE-0AC2-129CD3D543A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974671" y="3224167"/>
            <a:ext cx="3762707" cy="1186170"/>
          </a:xfrm>
        </p:spPr>
        <p:txBody>
          <a:bodyPr/>
          <a:lstStyle/>
          <a:p>
            <a:pPr algn="just"/>
            <a:r>
              <a:rPr lang="pt-BR" dirty="0"/>
              <a:t>Discussão de cenário em HAZOP </a:t>
            </a:r>
          </a:p>
          <a:p>
            <a:pPr algn="just"/>
            <a:r>
              <a:rPr lang="pt-BR" dirty="0"/>
              <a:t>OM Instalação de detector de </a:t>
            </a:r>
            <a:r>
              <a:rPr lang="pt-BR" dirty="0" err="1"/>
              <a:t>HCl</a:t>
            </a:r>
            <a:r>
              <a:rPr lang="pt-BR" dirty="0"/>
              <a:t> no fundo dos reatores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95D65743-63DE-80A1-79CE-10A1847B0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Contexto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648CEB2-4BBD-DA8E-DF55-3267E56EC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/// Bayer 16:9 Template Chart Pool /// September 2019</a:t>
            </a:r>
            <a:endParaRPr lang="en-US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1B1B2E3-9A02-E28C-C974-4D55724DF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D9179-7A6B-4268-BEB2-F3B8EB06115B}" type="slidenum">
              <a:rPr lang="en-US" smtClean="0"/>
              <a:t>1</a:t>
            </a:fld>
            <a:endParaRPr lang="en-US" dirty="0"/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A67147E7-A040-B71D-D16B-C63651D60A2E}"/>
              </a:ext>
            </a:extLst>
          </p:cNvPr>
          <p:cNvGrpSpPr/>
          <p:nvPr/>
        </p:nvGrpSpPr>
        <p:grpSpPr>
          <a:xfrm>
            <a:off x="831653" y="1863306"/>
            <a:ext cx="4063041" cy="1000664"/>
            <a:chOff x="831653" y="1863306"/>
            <a:chExt cx="4063041" cy="1000664"/>
          </a:xfrm>
        </p:grpSpPr>
        <p:sp>
          <p:nvSpPr>
            <p:cNvPr id="7" name="Subtítulo 1">
              <a:extLst>
                <a:ext uri="{FF2B5EF4-FFF2-40B4-BE49-F238E27FC236}">
                  <a16:creationId xmlns:a16="http://schemas.microsoft.com/office/drawing/2014/main" id="{12ADB51A-8B0D-4007-FEDA-0190FC4626CD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974671" y="2123948"/>
              <a:ext cx="3762707" cy="586984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0" indent="0" algn="l" defTabSz="914400" rtl="0" eaLnBrk="1" latinLnBrk="0" hangingPunct="1">
                <a:spcBef>
                  <a:spcPts val="120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5pPr>
              <a:lvl6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 dirty="0"/>
                <a:t>Evento motivador: vazamento no vitrificado do Reator#2</a:t>
              </a:r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43045024-8131-EF8D-6E8C-953320C5E5BA}"/>
                </a:ext>
              </a:extLst>
            </p:cNvPr>
            <p:cNvSpPr/>
            <p:nvPr/>
          </p:nvSpPr>
          <p:spPr bwMode="gray">
            <a:xfrm>
              <a:off x="831653" y="1863306"/>
              <a:ext cx="4063041" cy="1000664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endParaRPr lang="pt-BR" sz="1800" b="0" i="0" u="none" baseline="0" dirty="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1" name="Retângulo 10">
            <a:extLst>
              <a:ext uri="{FF2B5EF4-FFF2-40B4-BE49-F238E27FC236}">
                <a16:creationId xmlns:a16="http://schemas.microsoft.com/office/drawing/2014/main" id="{F70DF4F0-2CAE-79E2-822F-4171053C0804}"/>
              </a:ext>
            </a:extLst>
          </p:cNvPr>
          <p:cNvSpPr/>
          <p:nvPr/>
        </p:nvSpPr>
        <p:spPr bwMode="gray">
          <a:xfrm>
            <a:off x="824503" y="3107404"/>
            <a:ext cx="4063041" cy="1420141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pt-BR" sz="1800" b="0" i="0" u="none" baseline="0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CDF56175-5E08-4F22-4260-6B2BD4D6D667}"/>
              </a:ext>
            </a:extLst>
          </p:cNvPr>
          <p:cNvSpPr/>
          <p:nvPr/>
        </p:nvSpPr>
        <p:spPr bwMode="gray">
          <a:xfrm>
            <a:off x="698740" y="1647645"/>
            <a:ext cx="388188" cy="39681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800" b="0" i="0" u="none" baseline="0" dirty="0">
                <a:solidFill>
                  <a:srgbClr val="FFFFFF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720452F7-0B97-F8B4-F758-0A2A43EFECB2}"/>
              </a:ext>
            </a:extLst>
          </p:cNvPr>
          <p:cNvSpPr/>
          <p:nvPr/>
        </p:nvSpPr>
        <p:spPr bwMode="gray">
          <a:xfrm>
            <a:off x="4668191" y="2979881"/>
            <a:ext cx="388188" cy="39681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800" b="0" i="0" u="none" baseline="0" dirty="0">
                <a:solidFill>
                  <a:srgbClr val="FFFFFF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5" name="Subtítulo 1">
            <a:extLst>
              <a:ext uri="{FF2B5EF4-FFF2-40B4-BE49-F238E27FC236}">
                <a16:creationId xmlns:a16="http://schemas.microsoft.com/office/drawing/2014/main" id="{922C2A66-1E1A-C09C-1367-AB61FAD480E9}"/>
              </a:ext>
            </a:extLst>
          </p:cNvPr>
          <p:cNvSpPr txBox="1">
            <a:spLocks/>
          </p:cNvSpPr>
          <p:nvPr/>
        </p:nvSpPr>
        <p:spPr bwMode="gray">
          <a:xfrm>
            <a:off x="892834" y="5036831"/>
            <a:ext cx="3762707" cy="51815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ts val="300"/>
              </a:spcBef>
              <a:spcAft>
                <a:spcPts val="600"/>
              </a:spcAft>
              <a:buFontTx/>
              <a:buNone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spcBef>
                <a:spcPts val="300"/>
              </a:spcBef>
              <a:spcAft>
                <a:spcPts val="600"/>
              </a:spcAft>
              <a:buFontTx/>
              <a:buNone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spcBef>
                <a:spcPts val="300"/>
              </a:spcBef>
              <a:spcAft>
                <a:spcPts val="600"/>
              </a:spcAft>
              <a:buFontTx/>
              <a:buNone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spcBef>
                <a:spcPts val="300"/>
              </a:spcBef>
              <a:spcAft>
                <a:spcPts val="600"/>
              </a:spcAft>
              <a:buFontTx/>
              <a:buNone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spcBef>
                <a:spcPts val="300"/>
              </a:spcBef>
              <a:spcAft>
                <a:spcPts val="600"/>
              </a:spcAft>
              <a:buFontTx/>
              <a:buNone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spcBef>
                <a:spcPts val="300"/>
              </a:spcBef>
              <a:spcAft>
                <a:spcPts val="600"/>
              </a:spcAft>
              <a:buFontTx/>
              <a:buNone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spcBef>
                <a:spcPts val="300"/>
              </a:spcBef>
              <a:spcAft>
                <a:spcPts val="600"/>
              </a:spcAft>
              <a:buFontTx/>
              <a:buNone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spcBef>
                <a:spcPts val="300"/>
              </a:spcBef>
              <a:spcAft>
                <a:spcPts val="600"/>
              </a:spcAft>
              <a:buFontTx/>
              <a:buNone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dirty="0"/>
              <a:t>Validar salvaguarda atual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EF4E871B-6CD1-EBEE-F609-2777109DA937}"/>
              </a:ext>
            </a:extLst>
          </p:cNvPr>
          <p:cNvSpPr/>
          <p:nvPr/>
        </p:nvSpPr>
        <p:spPr bwMode="gray">
          <a:xfrm>
            <a:off x="799244" y="4813542"/>
            <a:ext cx="4063041" cy="77694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pt-BR" sz="1800" b="0" i="0" u="none" baseline="0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D807A6C5-077F-57AA-DE55-EB5F0536FC89}"/>
              </a:ext>
            </a:extLst>
          </p:cNvPr>
          <p:cNvSpPr/>
          <p:nvPr/>
        </p:nvSpPr>
        <p:spPr bwMode="gray">
          <a:xfrm>
            <a:off x="651945" y="4704054"/>
            <a:ext cx="388188" cy="39681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dirty="0">
                <a:solidFill>
                  <a:srgbClr val="FFFFFF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20" name="Subtítulo 1">
            <a:extLst>
              <a:ext uri="{FF2B5EF4-FFF2-40B4-BE49-F238E27FC236}">
                <a16:creationId xmlns:a16="http://schemas.microsoft.com/office/drawing/2014/main" id="{DAB1159A-7EC3-F4C1-741E-90EC9A4E67A6}"/>
              </a:ext>
            </a:extLst>
          </p:cNvPr>
          <p:cNvSpPr txBox="1">
            <a:spLocks/>
          </p:cNvSpPr>
          <p:nvPr/>
        </p:nvSpPr>
        <p:spPr bwMode="gray">
          <a:xfrm>
            <a:off x="3476153" y="5484278"/>
            <a:ext cx="2238005" cy="524188"/>
          </a:xfrm>
          <a:prstGeom prst="rect">
            <a:avLst/>
          </a:prstGeom>
          <a:solidFill>
            <a:srgbClr val="FF3162"/>
          </a:solidFill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ts val="300"/>
              </a:spcBef>
              <a:spcAft>
                <a:spcPts val="600"/>
              </a:spcAft>
              <a:buFontTx/>
              <a:buNone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spcBef>
                <a:spcPts val="300"/>
              </a:spcBef>
              <a:spcAft>
                <a:spcPts val="600"/>
              </a:spcAft>
              <a:buFontTx/>
              <a:buNone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spcBef>
                <a:spcPts val="300"/>
              </a:spcBef>
              <a:spcAft>
                <a:spcPts val="600"/>
              </a:spcAft>
              <a:buFontTx/>
              <a:buNone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spcBef>
                <a:spcPts val="300"/>
              </a:spcBef>
              <a:spcAft>
                <a:spcPts val="600"/>
              </a:spcAft>
              <a:buFontTx/>
              <a:buNone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spcBef>
                <a:spcPts val="300"/>
              </a:spcBef>
              <a:spcAft>
                <a:spcPts val="600"/>
              </a:spcAft>
              <a:buFontTx/>
              <a:buNone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spcBef>
                <a:spcPts val="300"/>
              </a:spcBef>
              <a:spcAft>
                <a:spcPts val="600"/>
              </a:spcAft>
              <a:buFontTx/>
              <a:buNone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spcBef>
                <a:spcPts val="300"/>
              </a:spcBef>
              <a:spcAft>
                <a:spcPts val="600"/>
              </a:spcAft>
              <a:buFontTx/>
              <a:buNone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spcBef>
                <a:spcPts val="300"/>
              </a:spcBef>
              <a:spcAft>
                <a:spcPts val="600"/>
              </a:spcAft>
              <a:buFontTx/>
              <a:buNone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</a:pPr>
            <a:r>
              <a:rPr lang="pt-BR" sz="3200" b="1" dirty="0">
                <a:solidFill>
                  <a:schemeClr val="bg1"/>
                </a:solidFill>
              </a:rPr>
              <a:t>Funciona?</a:t>
            </a:r>
          </a:p>
        </p:txBody>
      </p:sp>
    </p:spTree>
    <p:extLst>
      <p:ext uri="{BB962C8B-B14F-4D97-AF65-F5344CB8AC3E}">
        <p14:creationId xmlns:p14="http://schemas.microsoft.com/office/powerpoint/2010/main" val="1483732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95D65743-63DE-80A1-79CE-10A1847B0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Histórico de falha nos reatores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648CEB2-4BBD-DA8E-DF55-3267E56EC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/// Bayer 16:9 Template Chart Pool /// September 2019</a:t>
            </a:r>
            <a:endParaRPr lang="en-US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1B1B2E3-9A02-E28C-C974-4D55724DF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D9179-7A6B-4268-BEB2-F3B8EB06115B}" type="slidenum">
              <a:rPr lang="en-US" smtClean="0"/>
              <a:t>2</a:t>
            </a:fld>
            <a:endParaRPr lang="en-US" dirty="0"/>
          </a:p>
        </p:txBody>
      </p:sp>
      <p:sp>
        <p:nvSpPr>
          <p:cNvPr id="18" name="Subtítulo 17">
            <a:extLst>
              <a:ext uri="{FF2B5EF4-FFF2-40B4-BE49-F238E27FC236}">
                <a16:creationId xmlns:a16="http://schemas.microsoft.com/office/drawing/2014/main" id="{18C799FF-3362-67E8-A675-3E1FDE2B2758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pt-BR" dirty="0"/>
              <a:t>Linha do tempo</a:t>
            </a:r>
          </a:p>
          <a:p>
            <a:endParaRPr lang="pt-BR" dirty="0"/>
          </a:p>
        </p:txBody>
      </p: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DD240F89-161D-5F9D-131D-EBDF931F24EB}"/>
              </a:ext>
            </a:extLst>
          </p:cNvPr>
          <p:cNvCxnSpPr>
            <a:cxnSpLocks/>
          </p:cNvCxnSpPr>
          <p:nvPr/>
        </p:nvCxnSpPr>
        <p:spPr bwMode="gray">
          <a:xfrm>
            <a:off x="1015176" y="2755469"/>
            <a:ext cx="9897088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grpSp>
        <p:nvGrpSpPr>
          <p:cNvPr id="83" name="Agrupar 82">
            <a:extLst>
              <a:ext uri="{FF2B5EF4-FFF2-40B4-BE49-F238E27FC236}">
                <a16:creationId xmlns:a16="http://schemas.microsoft.com/office/drawing/2014/main" id="{D9C5AA50-5453-684E-50AB-C649A039BE90}"/>
              </a:ext>
            </a:extLst>
          </p:cNvPr>
          <p:cNvGrpSpPr/>
          <p:nvPr/>
        </p:nvGrpSpPr>
        <p:grpSpPr>
          <a:xfrm>
            <a:off x="1015175" y="2281016"/>
            <a:ext cx="1188874" cy="1779399"/>
            <a:chOff x="838334" y="2104846"/>
            <a:chExt cx="1188874" cy="1779399"/>
          </a:xfrm>
        </p:grpSpPr>
        <p:sp>
          <p:nvSpPr>
            <p:cNvPr id="46" name="Retângulo 45">
              <a:extLst>
                <a:ext uri="{FF2B5EF4-FFF2-40B4-BE49-F238E27FC236}">
                  <a16:creationId xmlns:a16="http://schemas.microsoft.com/office/drawing/2014/main" id="{8CAFE8CD-282A-45B9-4A89-086CE7622511}"/>
                </a:ext>
              </a:extLst>
            </p:cNvPr>
            <p:cNvSpPr/>
            <p:nvPr/>
          </p:nvSpPr>
          <p:spPr bwMode="gray">
            <a:xfrm>
              <a:off x="838334" y="2104846"/>
              <a:ext cx="1188874" cy="439947"/>
            </a:xfrm>
            <a:prstGeom prst="rect">
              <a:avLst/>
            </a:prstGeom>
            <a:solidFill>
              <a:srgbClr val="FF316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pt-BR" sz="1800" b="0" i="0" u="none" baseline="0" dirty="0">
                  <a:solidFill>
                    <a:srgbClr val="FFFFFF"/>
                  </a:solidFill>
                  <a:latin typeface="Arial" panose="020B0604020202020204" pitchFamily="34" charset="0"/>
                </a:rPr>
                <a:t>2011</a:t>
              </a:r>
            </a:p>
          </p:txBody>
        </p:sp>
        <p:cxnSp>
          <p:nvCxnSpPr>
            <p:cNvPr id="54" name="Conector reto 53">
              <a:extLst>
                <a:ext uri="{FF2B5EF4-FFF2-40B4-BE49-F238E27FC236}">
                  <a16:creationId xmlns:a16="http://schemas.microsoft.com/office/drawing/2014/main" id="{199DA160-8F48-872F-0634-3A9078CA5A6C}"/>
                </a:ext>
              </a:extLst>
            </p:cNvPr>
            <p:cNvCxnSpPr>
              <a:cxnSpLocks/>
              <a:stCxn id="46" idx="2"/>
              <a:endCxn id="58" idx="0"/>
            </p:cNvCxnSpPr>
            <p:nvPr/>
          </p:nvCxnSpPr>
          <p:spPr bwMode="gray">
            <a:xfrm>
              <a:off x="1432771" y="2544793"/>
              <a:ext cx="0" cy="714547"/>
            </a:xfrm>
            <a:prstGeom prst="line">
              <a:avLst/>
            </a:prstGeom>
            <a:ln w="6350">
              <a:solidFill>
                <a:schemeClr val="tx2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Subtítulo 17">
              <a:extLst>
                <a:ext uri="{FF2B5EF4-FFF2-40B4-BE49-F238E27FC236}">
                  <a16:creationId xmlns:a16="http://schemas.microsoft.com/office/drawing/2014/main" id="{44826C8D-EA6F-6358-AE91-F799FB9170E2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903033" y="3259340"/>
              <a:ext cx="1059476" cy="624905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0" indent="0" algn="l" defTabSz="914400" rtl="0" eaLnBrk="1" latinLnBrk="0" hangingPunct="1">
                <a:spcBef>
                  <a:spcPts val="120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5pPr>
              <a:lvl6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pt-BR" sz="1200" dirty="0"/>
            </a:p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pt-BR" sz="1200" dirty="0"/>
                <a:t>05/06</a:t>
              </a:r>
            </a:p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pt-BR" sz="1400" dirty="0">
                  <a:solidFill>
                    <a:schemeClr val="tx2"/>
                  </a:solidFill>
                </a:rPr>
                <a:t>Troca do reator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endParaRPr lang="pt-BR" dirty="0"/>
            </a:p>
          </p:txBody>
        </p:sp>
      </p:grpSp>
      <p:grpSp>
        <p:nvGrpSpPr>
          <p:cNvPr id="81" name="Agrupar 80">
            <a:extLst>
              <a:ext uri="{FF2B5EF4-FFF2-40B4-BE49-F238E27FC236}">
                <a16:creationId xmlns:a16="http://schemas.microsoft.com/office/drawing/2014/main" id="{89617980-3C9E-DC5B-4AE5-665600190B54}"/>
              </a:ext>
            </a:extLst>
          </p:cNvPr>
          <p:cNvGrpSpPr/>
          <p:nvPr/>
        </p:nvGrpSpPr>
        <p:grpSpPr>
          <a:xfrm>
            <a:off x="3634591" y="2715736"/>
            <a:ext cx="1059476" cy="1528854"/>
            <a:chOff x="3457750" y="2539566"/>
            <a:chExt cx="1059476" cy="1528854"/>
          </a:xfrm>
        </p:grpSpPr>
        <p:cxnSp>
          <p:nvCxnSpPr>
            <p:cNvPr id="65" name="Conector reto 64">
              <a:extLst>
                <a:ext uri="{FF2B5EF4-FFF2-40B4-BE49-F238E27FC236}">
                  <a16:creationId xmlns:a16="http://schemas.microsoft.com/office/drawing/2014/main" id="{EDCB6D99-F56F-2D5B-3788-186E0B247AAC}"/>
                </a:ext>
              </a:extLst>
            </p:cNvPr>
            <p:cNvCxnSpPr>
              <a:cxnSpLocks/>
              <a:endCxn id="66" idx="0"/>
            </p:cNvCxnSpPr>
            <p:nvPr/>
          </p:nvCxnSpPr>
          <p:spPr bwMode="gray">
            <a:xfrm flipH="1">
              <a:off x="3987488" y="2539566"/>
              <a:ext cx="1" cy="853652"/>
            </a:xfrm>
            <a:prstGeom prst="line">
              <a:avLst/>
            </a:prstGeom>
            <a:ln w="6350">
              <a:solidFill>
                <a:schemeClr val="tx2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Subtítulo 17">
              <a:extLst>
                <a:ext uri="{FF2B5EF4-FFF2-40B4-BE49-F238E27FC236}">
                  <a16:creationId xmlns:a16="http://schemas.microsoft.com/office/drawing/2014/main" id="{05053B5A-B82F-B9AE-4DB6-C8D60DD380D0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3457750" y="3393218"/>
              <a:ext cx="1059476" cy="675202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0" indent="0" algn="l" defTabSz="914400" rtl="0" eaLnBrk="1" latinLnBrk="0" hangingPunct="1">
                <a:spcBef>
                  <a:spcPts val="120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5pPr>
              <a:lvl6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pt-BR" sz="1200" dirty="0"/>
            </a:p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pt-BR" sz="1200" dirty="0"/>
                <a:t>04/05</a:t>
              </a:r>
            </a:p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pt-BR" sz="1400" dirty="0">
                  <a:solidFill>
                    <a:schemeClr val="tx2"/>
                  </a:solidFill>
                </a:rPr>
                <a:t>Inspeção do vaso</a:t>
              </a:r>
              <a:endParaRPr lang="pt-BR" dirty="0"/>
            </a:p>
          </p:txBody>
        </p:sp>
      </p:grpSp>
      <p:grpSp>
        <p:nvGrpSpPr>
          <p:cNvPr id="82" name="Agrupar 81">
            <a:extLst>
              <a:ext uri="{FF2B5EF4-FFF2-40B4-BE49-F238E27FC236}">
                <a16:creationId xmlns:a16="http://schemas.microsoft.com/office/drawing/2014/main" id="{847D4D38-5942-7593-A723-3CCEF970B566}"/>
              </a:ext>
            </a:extLst>
          </p:cNvPr>
          <p:cNvGrpSpPr/>
          <p:nvPr/>
        </p:nvGrpSpPr>
        <p:grpSpPr>
          <a:xfrm>
            <a:off x="2292534" y="2281015"/>
            <a:ext cx="1188874" cy="3650911"/>
            <a:chOff x="2115693" y="2104845"/>
            <a:chExt cx="1188874" cy="3650911"/>
          </a:xfrm>
        </p:grpSpPr>
        <p:cxnSp>
          <p:nvCxnSpPr>
            <p:cNvPr id="61" name="Conector reto 60">
              <a:extLst>
                <a:ext uri="{FF2B5EF4-FFF2-40B4-BE49-F238E27FC236}">
                  <a16:creationId xmlns:a16="http://schemas.microsoft.com/office/drawing/2014/main" id="{106C4340-8371-C3B8-4612-757067A4ECEB}"/>
                </a:ext>
              </a:extLst>
            </p:cNvPr>
            <p:cNvCxnSpPr>
              <a:cxnSpLocks/>
              <a:stCxn id="73" idx="2"/>
              <a:endCxn id="62" idx="0"/>
            </p:cNvCxnSpPr>
            <p:nvPr/>
          </p:nvCxnSpPr>
          <p:spPr bwMode="gray">
            <a:xfrm>
              <a:off x="2710130" y="2544792"/>
              <a:ext cx="0" cy="1956301"/>
            </a:xfrm>
            <a:prstGeom prst="line">
              <a:avLst/>
            </a:prstGeom>
            <a:ln w="6350">
              <a:solidFill>
                <a:schemeClr val="tx2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Subtítulo 17">
              <a:extLst>
                <a:ext uri="{FF2B5EF4-FFF2-40B4-BE49-F238E27FC236}">
                  <a16:creationId xmlns:a16="http://schemas.microsoft.com/office/drawing/2014/main" id="{CABEE995-F450-49AE-0A7B-58A8660FF9C4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2180392" y="4501093"/>
              <a:ext cx="1059476" cy="1254663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0" indent="0" algn="l" defTabSz="914400" rtl="0" eaLnBrk="1" latinLnBrk="0" hangingPunct="1">
                <a:spcBef>
                  <a:spcPts val="120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5pPr>
              <a:lvl6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pt-BR" sz="1200" dirty="0"/>
            </a:p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pt-BR" sz="1200" dirty="0"/>
                <a:t>02/07</a:t>
              </a:r>
            </a:p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pt-BR" sz="1400" dirty="0">
                  <a:solidFill>
                    <a:schemeClr val="tx2"/>
                  </a:solidFill>
                </a:rPr>
                <a:t>Troca do reator</a:t>
              </a:r>
              <a:endParaRPr lang="pt-BR" dirty="0"/>
            </a:p>
          </p:txBody>
        </p:sp>
        <p:sp>
          <p:nvSpPr>
            <p:cNvPr id="73" name="Retângulo 72">
              <a:extLst>
                <a:ext uri="{FF2B5EF4-FFF2-40B4-BE49-F238E27FC236}">
                  <a16:creationId xmlns:a16="http://schemas.microsoft.com/office/drawing/2014/main" id="{A596E54D-C822-DB32-147E-24BDD7A833E9}"/>
                </a:ext>
              </a:extLst>
            </p:cNvPr>
            <p:cNvSpPr/>
            <p:nvPr/>
          </p:nvSpPr>
          <p:spPr bwMode="gray">
            <a:xfrm>
              <a:off x="2115693" y="2104845"/>
              <a:ext cx="1188874" cy="439947"/>
            </a:xfrm>
            <a:prstGeom prst="rect">
              <a:avLst/>
            </a:prstGeom>
            <a:solidFill>
              <a:srgbClr val="FF316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pt-BR" sz="1800" b="0" i="0" u="none" baseline="0" dirty="0">
                  <a:solidFill>
                    <a:srgbClr val="FFFFFF"/>
                  </a:solidFill>
                  <a:latin typeface="Arial" panose="020B0604020202020204" pitchFamily="34" charset="0"/>
                </a:rPr>
                <a:t>2013</a:t>
              </a:r>
            </a:p>
          </p:txBody>
        </p:sp>
      </p:grpSp>
      <p:sp>
        <p:nvSpPr>
          <p:cNvPr id="77" name="Retângulo 76">
            <a:extLst>
              <a:ext uri="{FF2B5EF4-FFF2-40B4-BE49-F238E27FC236}">
                <a16:creationId xmlns:a16="http://schemas.microsoft.com/office/drawing/2014/main" id="{2FDD0415-4E16-03F6-80BB-125D27833211}"/>
              </a:ext>
            </a:extLst>
          </p:cNvPr>
          <p:cNvSpPr/>
          <p:nvPr/>
        </p:nvSpPr>
        <p:spPr bwMode="gray">
          <a:xfrm>
            <a:off x="3569892" y="2278042"/>
            <a:ext cx="1871795" cy="439947"/>
          </a:xfrm>
          <a:prstGeom prst="rect">
            <a:avLst/>
          </a:prstGeom>
          <a:solidFill>
            <a:srgbClr val="FF31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800" b="0" i="0" u="none" baseline="0" dirty="0">
                <a:solidFill>
                  <a:srgbClr val="FFFFFF"/>
                </a:solidFill>
                <a:latin typeface="Arial" panose="020B0604020202020204" pitchFamily="34" charset="0"/>
              </a:rPr>
              <a:t>2015</a:t>
            </a:r>
          </a:p>
        </p:txBody>
      </p:sp>
      <p:grpSp>
        <p:nvGrpSpPr>
          <p:cNvPr id="84" name="Agrupar 83">
            <a:extLst>
              <a:ext uri="{FF2B5EF4-FFF2-40B4-BE49-F238E27FC236}">
                <a16:creationId xmlns:a16="http://schemas.microsoft.com/office/drawing/2014/main" id="{E46CE891-A893-6F43-252E-66A71907383A}"/>
              </a:ext>
            </a:extLst>
          </p:cNvPr>
          <p:cNvGrpSpPr/>
          <p:nvPr/>
        </p:nvGrpSpPr>
        <p:grpSpPr>
          <a:xfrm>
            <a:off x="5501871" y="2720963"/>
            <a:ext cx="1059476" cy="2320505"/>
            <a:chOff x="3457750" y="2541819"/>
            <a:chExt cx="1059476" cy="1526601"/>
          </a:xfrm>
        </p:grpSpPr>
        <p:cxnSp>
          <p:nvCxnSpPr>
            <p:cNvPr id="85" name="Conector reto 84">
              <a:extLst>
                <a:ext uri="{FF2B5EF4-FFF2-40B4-BE49-F238E27FC236}">
                  <a16:creationId xmlns:a16="http://schemas.microsoft.com/office/drawing/2014/main" id="{08AB09A6-8117-6B6C-F1D1-F343F76673E8}"/>
                </a:ext>
              </a:extLst>
            </p:cNvPr>
            <p:cNvCxnSpPr>
              <a:cxnSpLocks/>
              <a:endCxn id="86" idx="0"/>
            </p:cNvCxnSpPr>
            <p:nvPr/>
          </p:nvCxnSpPr>
          <p:spPr bwMode="gray">
            <a:xfrm flipH="1">
              <a:off x="3987488" y="2541819"/>
              <a:ext cx="1" cy="851399"/>
            </a:xfrm>
            <a:prstGeom prst="line">
              <a:avLst/>
            </a:prstGeom>
            <a:ln w="6350">
              <a:solidFill>
                <a:schemeClr val="tx2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Subtítulo 17">
              <a:extLst>
                <a:ext uri="{FF2B5EF4-FFF2-40B4-BE49-F238E27FC236}">
                  <a16:creationId xmlns:a16="http://schemas.microsoft.com/office/drawing/2014/main" id="{BE98014E-518C-8B98-0C66-49F6B416A44C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3457750" y="3393218"/>
              <a:ext cx="1059476" cy="675202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0" indent="0" algn="l" defTabSz="914400" rtl="0" eaLnBrk="1" latinLnBrk="0" hangingPunct="1">
                <a:spcBef>
                  <a:spcPts val="120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5pPr>
              <a:lvl6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pt-BR" sz="1200" dirty="0"/>
            </a:p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pt-BR" sz="1200" dirty="0"/>
                <a:t>22/02</a:t>
              </a:r>
            </a:p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pt-BR" sz="1400" dirty="0">
                  <a:solidFill>
                    <a:schemeClr val="tx2"/>
                  </a:solidFill>
                </a:rPr>
                <a:t>Falha no reparo DN12’’, c/ vazamento externo</a:t>
              </a:r>
              <a:endParaRPr lang="pt-BR" dirty="0"/>
            </a:p>
          </p:txBody>
        </p:sp>
      </p:grpSp>
      <p:sp>
        <p:nvSpPr>
          <p:cNvPr id="87" name="Retângulo 86">
            <a:extLst>
              <a:ext uri="{FF2B5EF4-FFF2-40B4-BE49-F238E27FC236}">
                <a16:creationId xmlns:a16="http://schemas.microsoft.com/office/drawing/2014/main" id="{5FBDC765-FE22-105C-3E0D-A51A1A2E3FB9}"/>
              </a:ext>
            </a:extLst>
          </p:cNvPr>
          <p:cNvSpPr/>
          <p:nvPr/>
        </p:nvSpPr>
        <p:spPr bwMode="gray">
          <a:xfrm>
            <a:off x="5566661" y="2281016"/>
            <a:ext cx="2813100" cy="439947"/>
          </a:xfrm>
          <a:prstGeom prst="rect">
            <a:avLst/>
          </a:prstGeom>
          <a:solidFill>
            <a:srgbClr val="FF31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800" b="0" i="0" u="none" baseline="0" dirty="0">
                <a:solidFill>
                  <a:srgbClr val="FFFFFF"/>
                </a:solidFill>
                <a:latin typeface="Arial" panose="020B0604020202020204" pitchFamily="34" charset="0"/>
              </a:rPr>
              <a:t>2017</a:t>
            </a:r>
          </a:p>
        </p:txBody>
      </p:sp>
      <p:grpSp>
        <p:nvGrpSpPr>
          <p:cNvPr id="88" name="Agrupar 87">
            <a:extLst>
              <a:ext uri="{FF2B5EF4-FFF2-40B4-BE49-F238E27FC236}">
                <a16:creationId xmlns:a16="http://schemas.microsoft.com/office/drawing/2014/main" id="{557A55F0-1B88-C0CF-93F6-846C2A4D4BF0}"/>
              </a:ext>
            </a:extLst>
          </p:cNvPr>
          <p:cNvGrpSpPr/>
          <p:nvPr/>
        </p:nvGrpSpPr>
        <p:grpSpPr>
          <a:xfrm>
            <a:off x="6542452" y="2717989"/>
            <a:ext cx="1059476" cy="1291913"/>
            <a:chOff x="3457750" y="2541819"/>
            <a:chExt cx="1059476" cy="1526601"/>
          </a:xfrm>
        </p:grpSpPr>
        <p:cxnSp>
          <p:nvCxnSpPr>
            <p:cNvPr id="89" name="Conector reto 88">
              <a:extLst>
                <a:ext uri="{FF2B5EF4-FFF2-40B4-BE49-F238E27FC236}">
                  <a16:creationId xmlns:a16="http://schemas.microsoft.com/office/drawing/2014/main" id="{25F4B250-1191-81A1-A272-B4E8365CB255}"/>
                </a:ext>
              </a:extLst>
            </p:cNvPr>
            <p:cNvCxnSpPr>
              <a:cxnSpLocks/>
              <a:endCxn id="90" idx="0"/>
            </p:cNvCxnSpPr>
            <p:nvPr/>
          </p:nvCxnSpPr>
          <p:spPr bwMode="gray">
            <a:xfrm flipH="1">
              <a:off x="3987488" y="2541819"/>
              <a:ext cx="1" cy="851399"/>
            </a:xfrm>
            <a:prstGeom prst="line">
              <a:avLst/>
            </a:prstGeom>
            <a:ln w="6350">
              <a:solidFill>
                <a:schemeClr val="tx2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Subtítulo 17">
              <a:extLst>
                <a:ext uri="{FF2B5EF4-FFF2-40B4-BE49-F238E27FC236}">
                  <a16:creationId xmlns:a16="http://schemas.microsoft.com/office/drawing/2014/main" id="{C8D8CA6C-1849-9CD3-6087-98F5A32F81C2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3457750" y="3393218"/>
              <a:ext cx="1059476" cy="675202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0" indent="0" algn="l" defTabSz="914400" rtl="0" eaLnBrk="1" latinLnBrk="0" hangingPunct="1">
                <a:spcBef>
                  <a:spcPts val="120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5pPr>
              <a:lvl6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pt-BR" sz="1200" dirty="0"/>
            </a:p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pt-BR" sz="1200" dirty="0"/>
                <a:t>18/07</a:t>
              </a:r>
            </a:p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pt-BR" sz="1400" dirty="0">
                  <a:solidFill>
                    <a:schemeClr val="tx2"/>
                  </a:solidFill>
                </a:rPr>
                <a:t>Troca do reator</a:t>
              </a:r>
              <a:endParaRPr lang="pt-BR" dirty="0"/>
            </a:p>
          </p:txBody>
        </p:sp>
      </p:grpSp>
      <p:grpSp>
        <p:nvGrpSpPr>
          <p:cNvPr id="91" name="Agrupar 90">
            <a:extLst>
              <a:ext uri="{FF2B5EF4-FFF2-40B4-BE49-F238E27FC236}">
                <a16:creationId xmlns:a16="http://schemas.microsoft.com/office/drawing/2014/main" id="{8DDCB386-0620-FB7E-595B-28EF75038B77}"/>
              </a:ext>
            </a:extLst>
          </p:cNvPr>
          <p:cNvGrpSpPr/>
          <p:nvPr/>
        </p:nvGrpSpPr>
        <p:grpSpPr>
          <a:xfrm>
            <a:off x="7486576" y="2715736"/>
            <a:ext cx="1059476" cy="2320505"/>
            <a:chOff x="3457750" y="2541819"/>
            <a:chExt cx="1059476" cy="1526601"/>
          </a:xfrm>
        </p:grpSpPr>
        <p:cxnSp>
          <p:nvCxnSpPr>
            <p:cNvPr id="92" name="Conector reto 91">
              <a:extLst>
                <a:ext uri="{FF2B5EF4-FFF2-40B4-BE49-F238E27FC236}">
                  <a16:creationId xmlns:a16="http://schemas.microsoft.com/office/drawing/2014/main" id="{B40B42EE-D12C-03CD-A7D1-DAD7CC04B24F}"/>
                </a:ext>
              </a:extLst>
            </p:cNvPr>
            <p:cNvCxnSpPr>
              <a:cxnSpLocks/>
              <a:endCxn id="93" idx="0"/>
            </p:cNvCxnSpPr>
            <p:nvPr/>
          </p:nvCxnSpPr>
          <p:spPr bwMode="gray">
            <a:xfrm flipH="1">
              <a:off x="3987488" y="2541819"/>
              <a:ext cx="1" cy="851399"/>
            </a:xfrm>
            <a:prstGeom prst="line">
              <a:avLst/>
            </a:prstGeom>
            <a:ln w="6350">
              <a:solidFill>
                <a:schemeClr val="tx2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Subtítulo 17">
              <a:extLst>
                <a:ext uri="{FF2B5EF4-FFF2-40B4-BE49-F238E27FC236}">
                  <a16:creationId xmlns:a16="http://schemas.microsoft.com/office/drawing/2014/main" id="{09D323EA-F8FE-722B-9979-3F5B753B8159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3457750" y="3393218"/>
              <a:ext cx="1059476" cy="675202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0" indent="0" algn="l" defTabSz="914400" rtl="0" eaLnBrk="1" latinLnBrk="0" hangingPunct="1">
                <a:spcBef>
                  <a:spcPts val="120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5pPr>
              <a:lvl6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pt-BR" sz="1200" dirty="0"/>
            </a:p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pt-BR" sz="1200" dirty="0"/>
                <a:t>18/11</a:t>
              </a:r>
            </a:p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pt-BR" sz="1400" dirty="0">
                  <a:solidFill>
                    <a:schemeClr val="tx2"/>
                  </a:solidFill>
                </a:rPr>
                <a:t>Substituição da BV devido falha</a:t>
              </a:r>
              <a:endParaRPr lang="pt-BR" dirty="0"/>
            </a:p>
          </p:txBody>
        </p:sp>
      </p:grpSp>
      <p:grpSp>
        <p:nvGrpSpPr>
          <p:cNvPr id="94" name="Agrupar 93">
            <a:extLst>
              <a:ext uri="{FF2B5EF4-FFF2-40B4-BE49-F238E27FC236}">
                <a16:creationId xmlns:a16="http://schemas.microsoft.com/office/drawing/2014/main" id="{C5E60FA7-C26B-4E46-92F7-3EFBAACDA139}"/>
              </a:ext>
            </a:extLst>
          </p:cNvPr>
          <p:cNvGrpSpPr/>
          <p:nvPr/>
        </p:nvGrpSpPr>
        <p:grpSpPr>
          <a:xfrm>
            <a:off x="8524462" y="2720963"/>
            <a:ext cx="1059476" cy="1226544"/>
            <a:chOff x="3364949" y="2544793"/>
            <a:chExt cx="1059476" cy="1226544"/>
          </a:xfrm>
        </p:grpSpPr>
        <p:cxnSp>
          <p:nvCxnSpPr>
            <p:cNvPr id="95" name="Conector reto 94">
              <a:extLst>
                <a:ext uri="{FF2B5EF4-FFF2-40B4-BE49-F238E27FC236}">
                  <a16:creationId xmlns:a16="http://schemas.microsoft.com/office/drawing/2014/main" id="{1CDB908C-8E3E-9994-BA4B-A4E32FA58688}"/>
                </a:ext>
              </a:extLst>
            </p:cNvPr>
            <p:cNvCxnSpPr>
              <a:cxnSpLocks/>
              <a:stCxn id="97" idx="2"/>
              <a:endCxn id="96" idx="0"/>
            </p:cNvCxnSpPr>
            <p:nvPr/>
          </p:nvCxnSpPr>
          <p:spPr bwMode="gray">
            <a:xfrm>
              <a:off x="3894687" y="2544793"/>
              <a:ext cx="0" cy="551342"/>
            </a:xfrm>
            <a:prstGeom prst="line">
              <a:avLst/>
            </a:prstGeom>
            <a:ln w="6350">
              <a:solidFill>
                <a:schemeClr val="tx2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Subtítulo 17">
              <a:extLst>
                <a:ext uri="{FF2B5EF4-FFF2-40B4-BE49-F238E27FC236}">
                  <a16:creationId xmlns:a16="http://schemas.microsoft.com/office/drawing/2014/main" id="{182583BB-A589-A92E-99E6-84FF8ADDBEED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3364949" y="3096135"/>
              <a:ext cx="1059476" cy="675202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0" indent="0" algn="l" defTabSz="914400" rtl="0" eaLnBrk="1" latinLnBrk="0" hangingPunct="1">
                <a:spcBef>
                  <a:spcPts val="120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5pPr>
              <a:lvl6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pt-BR" sz="1200" dirty="0"/>
            </a:p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pt-BR" sz="1200" dirty="0"/>
                <a:t>04/05</a:t>
              </a:r>
            </a:p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pt-BR" sz="1400" dirty="0">
                  <a:solidFill>
                    <a:schemeClr val="tx2"/>
                  </a:solidFill>
                </a:rPr>
                <a:t>Vazamento pelo bocal de fundo</a:t>
              </a:r>
              <a:endParaRPr lang="pt-BR" dirty="0"/>
            </a:p>
          </p:txBody>
        </p:sp>
      </p:grpSp>
      <p:sp>
        <p:nvSpPr>
          <p:cNvPr id="97" name="Retângulo 96">
            <a:extLst>
              <a:ext uri="{FF2B5EF4-FFF2-40B4-BE49-F238E27FC236}">
                <a16:creationId xmlns:a16="http://schemas.microsoft.com/office/drawing/2014/main" id="{F7643CF8-7406-3080-F09F-7AB1AE4F07A8}"/>
              </a:ext>
            </a:extLst>
          </p:cNvPr>
          <p:cNvSpPr/>
          <p:nvPr/>
        </p:nvSpPr>
        <p:spPr bwMode="gray">
          <a:xfrm>
            <a:off x="8459763" y="2281016"/>
            <a:ext cx="1188874" cy="439947"/>
          </a:xfrm>
          <a:prstGeom prst="rect">
            <a:avLst/>
          </a:prstGeom>
          <a:solidFill>
            <a:srgbClr val="FF31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800" b="0" i="0" u="none" baseline="0" dirty="0">
                <a:solidFill>
                  <a:srgbClr val="FFFFFF"/>
                </a:solidFill>
                <a:latin typeface="Arial" panose="020B0604020202020204" pitchFamily="34" charset="0"/>
              </a:rPr>
              <a:t>2024</a:t>
            </a:r>
          </a:p>
        </p:txBody>
      </p:sp>
      <p:grpSp>
        <p:nvGrpSpPr>
          <p:cNvPr id="101" name="Agrupar 100">
            <a:extLst>
              <a:ext uri="{FF2B5EF4-FFF2-40B4-BE49-F238E27FC236}">
                <a16:creationId xmlns:a16="http://schemas.microsoft.com/office/drawing/2014/main" id="{584DA2CA-A90C-6084-9CE0-3D57CB749BFD}"/>
              </a:ext>
            </a:extLst>
          </p:cNvPr>
          <p:cNvGrpSpPr/>
          <p:nvPr/>
        </p:nvGrpSpPr>
        <p:grpSpPr>
          <a:xfrm>
            <a:off x="9788089" y="2717989"/>
            <a:ext cx="1059476" cy="1226544"/>
            <a:chOff x="3364949" y="2544794"/>
            <a:chExt cx="1059476" cy="1226543"/>
          </a:xfrm>
        </p:grpSpPr>
        <p:cxnSp>
          <p:nvCxnSpPr>
            <p:cNvPr id="102" name="Conector reto 101">
              <a:extLst>
                <a:ext uri="{FF2B5EF4-FFF2-40B4-BE49-F238E27FC236}">
                  <a16:creationId xmlns:a16="http://schemas.microsoft.com/office/drawing/2014/main" id="{C4F78419-2A29-05F7-C890-311EB70B508A}"/>
                </a:ext>
              </a:extLst>
            </p:cNvPr>
            <p:cNvCxnSpPr>
              <a:cxnSpLocks/>
              <a:stCxn id="104" idx="2"/>
              <a:endCxn id="103" idx="0"/>
            </p:cNvCxnSpPr>
            <p:nvPr/>
          </p:nvCxnSpPr>
          <p:spPr bwMode="gray">
            <a:xfrm>
              <a:off x="3894687" y="2544793"/>
              <a:ext cx="0" cy="551342"/>
            </a:xfrm>
            <a:prstGeom prst="line">
              <a:avLst/>
            </a:prstGeom>
            <a:ln w="6350">
              <a:solidFill>
                <a:schemeClr val="tx2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Subtítulo 17">
              <a:extLst>
                <a:ext uri="{FF2B5EF4-FFF2-40B4-BE49-F238E27FC236}">
                  <a16:creationId xmlns:a16="http://schemas.microsoft.com/office/drawing/2014/main" id="{BB059F22-0B7D-E9A5-978E-596ED9DC2FCE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3364949" y="3096135"/>
              <a:ext cx="1059476" cy="675202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0" indent="0" algn="l" defTabSz="914400" rtl="0" eaLnBrk="1" latinLnBrk="0" hangingPunct="1">
                <a:spcBef>
                  <a:spcPts val="120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5pPr>
              <a:lvl6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pt-BR" sz="1200" dirty="0"/>
            </a:p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pt-BR" sz="1200" dirty="0"/>
                <a:t>09/03</a:t>
              </a:r>
            </a:p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pt-BR" sz="1400" dirty="0">
                  <a:solidFill>
                    <a:schemeClr val="tx2"/>
                  </a:solidFill>
                </a:rPr>
                <a:t>Vazamento do bocal do radar</a:t>
              </a:r>
              <a:endParaRPr lang="pt-BR" dirty="0"/>
            </a:p>
          </p:txBody>
        </p:sp>
      </p:grpSp>
      <p:sp>
        <p:nvSpPr>
          <p:cNvPr id="104" name="Retângulo 103">
            <a:extLst>
              <a:ext uri="{FF2B5EF4-FFF2-40B4-BE49-F238E27FC236}">
                <a16:creationId xmlns:a16="http://schemas.microsoft.com/office/drawing/2014/main" id="{E21A6EB5-9E15-E27A-B4CF-11FBE88AF682}"/>
              </a:ext>
            </a:extLst>
          </p:cNvPr>
          <p:cNvSpPr/>
          <p:nvPr/>
        </p:nvSpPr>
        <p:spPr bwMode="gray">
          <a:xfrm>
            <a:off x="9723390" y="2278042"/>
            <a:ext cx="1188874" cy="439947"/>
          </a:xfrm>
          <a:prstGeom prst="rect">
            <a:avLst/>
          </a:prstGeom>
          <a:solidFill>
            <a:srgbClr val="FF31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800" b="0" i="0" u="none" baseline="0" dirty="0">
                <a:solidFill>
                  <a:srgbClr val="FFFFFF"/>
                </a:solidFill>
                <a:latin typeface="Arial" panose="020B0604020202020204" pitchFamily="34" charset="0"/>
              </a:rPr>
              <a:t>2025</a:t>
            </a:r>
          </a:p>
        </p:txBody>
      </p:sp>
      <p:sp>
        <p:nvSpPr>
          <p:cNvPr id="109" name="Subtítulo 17">
            <a:extLst>
              <a:ext uri="{FF2B5EF4-FFF2-40B4-BE49-F238E27FC236}">
                <a16:creationId xmlns:a16="http://schemas.microsoft.com/office/drawing/2014/main" id="{76E9ADBC-8E13-F4D7-A808-C6E4A71DFCBD}"/>
              </a:ext>
            </a:extLst>
          </p:cNvPr>
          <p:cNvSpPr txBox="1">
            <a:spLocks/>
          </p:cNvSpPr>
          <p:nvPr/>
        </p:nvSpPr>
        <p:spPr bwMode="gray">
          <a:xfrm>
            <a:off x="981821" y="1754837"/>
            <a:ext cx="10798461" cy="252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ts val="300"/>
              </a:spcBef>
              <a:spcAft>
                <a:spcPts val="600"/>
              </a:spcAft>
              <a:buFontTx/>
              <a:buNone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spcBef>
                <a:spcPts val="300"/>
              </a:spcBef>
              <a:spcAft>
                <a:spcPts val="600"/>
              </a:spcAft>
              <a:buFontTx/>
              <a:buNone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spcBef>
                <a:spcPts val="300"/>
              </a:spcBef>
              <a:spcAft>
                <a:spcPts val="600"/>
              </a:spcAft>
              <a:buFontTx/>
              <a:buNone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spcBef>
                <a:spcPts val="300"/>
              </a:spcBef>
              <a:spcAft>
                <a:spcPts val="600"/>
              </a:spcAft>
              <a:buFontTx/>
              <a:buNone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spcBef>
                <a:spcPts val="300"/>
              </a:spcBef>
              <a:spcAft>
                <a:spcPts val="600"/>
              </a:spcAft>
              <a:buFontTx/>
              <a:buNone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spcBef>
                <a:spcPts val="300"/>
              </a:spcBef>
              <a:spcAft>
                <a:spcPts val="600"/>
              </a:spcAft>
              <a:buFontTx/>
              <a:buNone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spcBef>
                <a:spcPts val="300"/>
              </a:spcBef>
              <a:spcAft>
                <a:spcPts val="600"/>
              </a:spcAft>
              <a:buFontTx/>
              <a:buNone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spcBef>
                <a:spcPts val="300"/>
              </a:spcBef>
              <a:spcAft>
                <a:spcPts val="600"/>
              </a:spcAft>
              <a:buFontTx/>
              <a:buNone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1" dirty="0"/>
              <a:t>Reator#1</a:t>
            </a:r>
          </a:p>
          <a:p>
            <a:endParaRPr lang="pt-BR" dirty="0"/>
          </a:p>
        </p:txBody>
      </p:sp>
      <p:sp>
        <p:nvSpPr>
          <p:cNvPr id="111" name="CaixaDeTexto 110">
            <a:extLst>
              <a:ext uri="{FF2B5EF4-FFF2-40B4-BE49-F238E27FC236}">
                <a16:creationId xmlns:a16="http://schemas.microsoft.com/office/drawing/2014/main" id="{D90EF41B-97E9-6FE0-334B-1CE1D70D8806}"/>
              </a:ext>
            </a:extLst>
          </p:cNvPr>
          <p:cNvSpPr txBox="1"/>
          <p:nvPr/>
        </p:nvSpPr>
        <p:spPr bwMode="gray">
          <a:xfrm>
            <a:off x="8590588" y="6191694"/>
            <a:ext cx="2554717" cy="31093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800" b="0" i="0" u="none" baseline="0" dirty="0">
                <a:solidFill>
                  <a:srgbClr val="000000"/>
                </a:solidFill>
                <a:latin typeface="Arial" panose="020B0604020202020204" pitchFamily="34" charset="0"/>
              </a:rPr>
              <a:t>9 eventos mapeados</a:t>
            </a:r>
          </a:p>
        </p:txBody>
      </p:sp>
      <p:grpSp>
        <p:nvGrpSpPr>
          <p:cNvPr id="114" name="Agrupar 113">
            <a:extLst>
              <a:ext uri="{FF2B5EF4-FFF2-40B4-BE49-F238E27FC236}">
                <a16:creationId xmlns:a16="http://schemas.microsoft.com/office/drawing/2014/main" id="{7430A8A6-DAE5-B32C-EC3D-616C0FAEEACB}"/>
              </a:ext>
            </a:extLst>
          </p:cNvPr>
          <p:cNvGrpSpPr/>
          <p:nvPr/>
        </p:nvGrpSpPr>
        <p:grpSpPr>
          <a:xfrm>
            <a:off x="2214578" y="5573357"/>
            <a:ext cx="1331096" cy="598800"/>
            <a:chOff x="2204049" y="5270500"/>
            <a:chExt cx="1758766" cy="672230"/>
          </a:xfrm>
        </p:grpSpPr>
        <p:sp>
          <p:nvSpPr>
            <p:cNvPr id="112" name="Retângulo 111">
              <a:extLst>
                <a:ext uri="{FF2B5EF4-FFF2-40B4-BE49-F238E27FC236}">
                  <a16:creationId xmlns:a16="http://schemas.microsoft.com/office/drawing/2014/main" id="{7D2E830A-3AF8-7E6A-EF17-0FE808B09D32}"/>
                </a:ext>
              </a:extLst>
            </p:cNvPr>
            <p:cNvSpPr/>
            <p:nvPr/>
          </p:nvSpPr>
          <p:spPr bwMode="gray">
            <a:xfrm>
              <a:off x="2204049" y="5270500"/>
              <a:ext cx="1758766" cy="672230"/>
            </a:xfrm>
            <a:custGeom>
              <a:avLst/>
              <a:gdLst>
                <a:gd name="csX0" fmla="*/ 0 w 1758766"/>
                <a:gd name="csY0" fmla="*/ 0 h 672230"/>
                <a:gd name="csX1" fmla="*/ 586255 w 1758766"/>
                <a:gd name="csY1" fmla="*/ 0 h 672230"/>
                <a:gd name="csX2" fmla="*/ 1137335 w 1758766"/>
                <a:gd name="csY2" fmla="*/ 0 h 672230"/>
                <a:gd name="csX3" fmla="*/ 1758766 w 1758766"/>
                <a:gd name="csY3" fmla="*/ 0 h 672230"/>
                <a:gd name="csX4" fmla="*/ 1758766 w 1758766"/>
                <a:gd name="csY4" fmla="*/ 342837 h 672230"/>
                <a:gd name="csX5" fmla="*/ 1758766 w 1758766"/>
                <a:gd name="csY5" fmla="*/ 672230 h 672230"/>
                <a:gd name="csX6" fmla="*/ 1137335 w 1758766"/>
                <a:gd name="csY6" fmla="*/ 672230 h 672230"/>
                <a:gd name="csX7" fmla="*/ 551080 w 1758766"/>
                <a:gd name="csY7" fmla="*/ 672230 h 672230"/>
                <a:gd name="csX8" fmla="*/ 0 w 1758766"/>
                <a:gd name="csY8" fmla="*/ 672230 h 672230"/>
                <a:gd name="csX9" fmla="*/ 0 w 1758766"/>
                <a:gd name="csY9" fmla="*/ 349560 h 672230"/>
                <a:gd name="csX10" fmla="*/ 0 w 1758766"/>
                <a:gd name="csY10" fmla="*/ 0 h 6722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758766" h="672230" extrusionOk="0">
                  <a:moveTo>
                    <a:pt x="0" y="0"/>
                  </a:moveTo>
                  <a:cubicBezTo>
                    <a:pt x="154050" y="-24572"/>
                    <a:pt x="417422" y="44345"/>
                    <a:pt x="586255" y="0"/>
                  </a:cubicBezTo>
                  <a:cubicBezTo>
                    <a:pt x="755089" y="-44345"/>
                    <a:pt x="987276" y="29097"/>
                    <a:pt x="1137335" y="0"/>
                  </a:cubicBezTo>
                  <a:cubicBezTo>
                    <a:pt x="1287394" y="-29097"/>
                    <a:pt x="1541400" y="51429"/>
                    <a:pt x="1758766" y="0"/>
                  </a:cubicBezTo>
                  <a:cubicBezTo>
                    <a:pt x="1763624" y="92494"/>
                    <a:pt x="1747397" y="236954"/>
                    <a:pt x="1758766" y="342837"/>
                  </a:cubicBezTo>
                  <a:cubicBezTo>
                    <a:pt x="1770135" y="448720"/>
                    <a:pt x="1724034" y="542811"/>
                    <a:pt x="1758766" y="672230"/>
                  </a:cubicBezTo>
                  <a:cubicBezTo>
                    <a:pt x="1597470" y="693493"/>
                    <a:pt x="1264945" y="621993"/>
                    <a:pt x="1137335" y="672230"/>
                  </a:cubicBezTo>
                  <a:cubicBezTo>
                    <a:pt x="1009725" y="722467"/>
                    <a:pt x="790115" y="616438"/>
                    <a:pt x="551080" y="672230"/>
                  </a:cubicBezTo>
                  <a:cubicBezTo>
                    <a:pt x="312045" y="728022"/>
                    <a:pt x="219715" y="615483"/>
                    <a:pt x="0" y="672230"/>
                  </a:cubicBezTo>
                  <a:cubicBezTo>
                    <a:pt x="-22983" y="513671"/>
                    <a:pt x="27213" y="415285"/>
                    <a:pt x="0" y="349560"/>
                  </a:cubicBezTo>
                  <a:cubicBezTo>
                    <a:pt x="-27213" y="283835"/>
                    <a:pt x="3314" y="141973"/>
                    <a:pt x="0" y="0"/>
                  </a:cubicBezTo>
                  <a:close/>
                </a:path>
              </a:pathLst>
            </a:custGeom>
            <a:noFill/>
            <a:ln w="12700">
              <a:solidFill>
                <a:srgbClr val="10384F"/>
              </a:solidFill>
              <a:extLst>
                <a:ext uri="{C807C97D-BFC1-408E-A445-0C87EB9F89A2}">
                  <ask:lineSketchStyleProps xmlns:ask="http://schemas.microsoft.com/office/drawing/2018/sketchyshapes" sd="1866616252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endParaRPr lang="pt-BR" sz="1300" b="0" i="0" u="none" baseline="0" dirty="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3" name="Subtítulo 17">
              <a:extLst>
                <a:ext uri="{FF2B5EF4-FFF2-40B4-BE49-F238E27FC236}">
                  <a16:creationId xmlns:a16="http://schemas.microsoft.com/office/drawing/2014/main" id="{C888B1AE-7D48-7446-E4EB-D3A37B5EE4D8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2292534" y="5358917"/>
              <a:ext cx="1670281" cy="510383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0" indent="0" algn="l" defTabSz="914400" rtl="0" eaLnBrk="1" latinLnBrk="0" hangingPunct="1">
                <a:spcBef>
                  <a:spcPts val="120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5pPr>
              <a:lvl6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BR" sz="1300" dirty="0"/>
                <a:t>Furo na calota inferior do vaso</a:t>
              </a:r>
            </a:p>
            <a:p>
              <a:pPr algn="ctr"/>
              <a:endParaRPr lang="pt-BR" sz="1300" dirty="0"/>
            </a:p>
          </p:txBody>
        </p:sp>
      </p:grpSp>
      <p:grpSp>
        <p:nvGrpSpPr>
          <p:cNvPr id="115" name="Agrupar 114">
            <a:extLst>
              <a:ext uri="{FF2B5EF4-FFF2-40B4-BE49-F238E27FC236}">
                <a16:creationId xmlns:a16="http://schemas.microsoft.com/office/drawing/2014/main" id="{F7D829E2-FD1E-E863-0285-45C6D5EC94B4}"/>
              </a:ext>
            </a:extLst>
          </p:cNvPr>
          <p:cNvGrpSpPr/>
          <p:nvPr/>
        </p:nvGrpSpPr>
        <p:grpSpPr>
          <a:xfrm>
            <a:off x="3481408" y="4443563"/>
            <a:ext cx="1277359" cy="499344"/>
            <a:chOff x="2204049" y="5270500"/>
            <a:chExt cx="1758766" cy="672230"/>
          </a:xfrm>
        </p:grpSpPr>
        <p:sp>
          <p:nvSpPr>
            <p:cNvPr id="116" name="Retângulo 115">
              <a:extLst>
                <a:ext uri="{FF2B5EF4-FFF2-40B4-BE49-F238E27FC236}">
                  <a16:creationId xmlns:a16="http://schemas.microsoft.com/office/drawing/2014/main" id="{DFBC31EA-A3CD-C986-63F0-DC3DE98D252E}"/>
                </a:ext>
              </a:extLst>
            </p:cNvPr>
            <p:cNvSpPr/>
            <p:nvPr/>
          </p:nvSpPr>
          <p:spPr bwMode="gray">
            <a:xfrm>
              <a:off x="2204049" y="5270500"/>
              <a:ext cx="1758766" cy="672230"/>
            </a:xfrm>
            <a:custGeom>
              <a:avLst/>
              <a:gdLst>
                <a:gd name="csX0" fmla="*/ 0 w 1758766"/>
                <a:gd name="csY0" fmla="*/ 0 h 672230"/>
                <a:gd name="csX1" fmla="*/ 586255 w 1758766"/>
                <a:gd name="csY1" fmla="*/ 0 h 672230"/>
                <a:gd name="csX2" fmla="*/ 1137335 w 1758766"/>
                <a:gd name="csY2" fmla="*/ 0 h 672230"/>
                <a:gd name="csX3" fmla="*/ 1758766 w 1758766"/>
                <a:gd name="csY3" fmla="*/ 0 h 672230"/>
                <a:gd name="csX4" fmla="*/ 1758766 w 1758766"/>
                <a:gd name="csY4" fmla="*/ 342837 h 672230"/>
                <a:gd name="csX5" fmla="*/ 1758766 w 1758766"/>
                <a:gd name="csY5" fmla="*/ 672230 h 672230"/>
                <a:gd name="csX6" fmla="*/ 1137335 w 1758766"/>
                <a:gd name="csY6" fmla="*/ 672230 h 672230"/>
                <a:gd name="csX7" fmla="*/ 551080 w 1758766"/>
                <a:gd name="csY7" fmla="*/ 672230 h 672230"/>
                <a:gd name="csX8" fmla="*/ 0 w 1758766"/>
                <a:gd name="csY8" fmla="*/ 672230 h 672230"/>
                <a:gd name="csX9" fmla="*/ 0 w 1758766"/>
                <a:gd name="csY9" fmla="*/ 349560 h 672230"/>
                <a:gd name="csX10" fmla="*/ 0 w 1758766"/>
                <a:gd name="csY10" fmla="*/ 0 h 6722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758766" h="672230" extrusionOk="0">
                  <a:moveTo>
                    <a:pt x="0" y="0"/>
                  </a:moveTo>
                  <a:cubicBezTo>
                    <a:pt x="154050" y="-24572"/>
                    <a:pt x="417422" y="44345"/>
                    <a:pt x="586255" y="0"/>
                  </a:cubicBezTo>
                  <a:cubicBezTo>
                    <a:pt x="755089" y="-44345"/>
                    <a:pt x="987276" y="29097"/>
                    <a:pt x="1137335" y="0"/>
                  </a:cubicBezTo>
                  <a:cubicBezTo>
                    <a:pt x="1287394" y="-29097"/>
                    <a:pt x="1541400" y="51429"/>
                    <a:pt x="1758766" y="0"/>
                  </a:cubicBezTo>
                  <a:cubicBezTo>
                    <a:pt x="1763624" y="92494"/>
                    <a:pt x="1747397" y="236954"/>
                    <a:pt x="1758766" y="342837"/>
                  </a:cubicBezTo>
                  <a:cubicBezTo>
                    <a:pt x="1770135" y="448720"/>
                    <a:pt x="1724034" y="542811"/>
                    <a:pt x="1758766" y="672230"/>
                  </a:cubicBezTo>
                  <a:cubicBezTo>
                    <a:pt x="1597470" y="693493"/>
                    <a:pt x="1264945" y="621993"/>
                    <a:pt x="1137335" y="672230"/>
                  </a:cubicBezTo>
                  <a:cubicBezTo>
                    <a:pt x="1009725" y="722467"/>
                    <a:pt x="790115" y="616438"/>
                    <a:pt x="551080" y="672230"/>
                  </a:cubicBezTo>
                  <a:cubicBezTo>
                    <a:pt x="312045" y="728022"/>
                    <a:pt x="219715" y="615483"/>
                    <a:pt x="0" y="672230"/>
                  </a:cubicBezTo>
                  <a:cubicBezTo>
                    <a:pt x="-22983" y="513671"/>
                    <a:pt x="27213" y="415285"/>
                    <a:pt x="0" y="349560"/>
                  </a:cubicBezTo>
                  <a:cubicBezTo>
                    <a:pt x="-27213" y="283835"/>
                    <a:pt x="3314" y="141973"/>
                    <a:pt x="0" y="0"/>
                  </a:cubicBezTo>
                  <a:close/>
                </a:path>
              </a:pathLst>
            </a:custGeom>
            <a:noFill/>
            <a:ln w="12700">
              <a:solidFill>
                <a:srgbClr val="10384F"/>
              </a:solidFill>
              <a:extLst>
                <a:ext uri="{C807C97D-BFC1-408E-A445-0C87EB9F89A2}">
                  <ask:lineSketchStyleProps xmlns:ask="http://schemas.microsoft.com/office/drawing/2018/sketchyshapes" sd="1866616252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endParaRPr lang="pt-BR" sz="1800" b="0" i="0" u="none" baseline="0" dirty="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7" name="Subtítulo 17">
              <a:extLst>
                <a:ext uri="{FF2B5EF4-FFF2-40B4-BE49-F238E27FC236}">
                  <a16:creationId xmlns:a16="http://schemas.microsoft.com/office/drawing/2014/main" id="{8A5C4F7C-BFDD-03E1-6669-AB54541D5374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2292534" y="5358917"/>
              <a:ext cx="1670281" cy="510383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0" indent="0" algn="l" defTabSz="914400" rtl="0" eaLnBrk="1" latinLnBrk="0" hangingPunct="1">
                <a:spcBef>
                  <a:spcPts val="120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5pPr>
              <a:lvl6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BR" sz="1300" dirty="0"/>
                <a:t>Poros no eixo e no bocal 12’’</a:t>
              </a:r>
            </a:p>
            <a:p>
              <a:endParaRPr lang="pt-BR" sz="1300" dirty="0"/>
            </a:p>
          </p:txBody>
        </p:sp>
      </p:grpSp>
      <p:grpSp>
        <p:nvGrpSpPr>
          <p:cNvPr id="120" name="Agrupar 119">
            <a:extLst>
              <a:ext uri="{FF2B5EF4-FFF2-40B4-BE49-F238E27FC236}">
                <a16:creationId xmlns:a16="http://schemas.microsoft.com/office/drawing/2014/main" id="{0A2F84CB-D224-B8DA-3C66-E9AFEBD5F180}"/>
              </a:ext>
            </a:extLst>
          </p:cNvPr>
          <p:cNvGrpSpPr/>
          <p:nvPr/>
        </p:nvGrpSpPr>
        <p:grpSpPr>
          <a:xfrm>
            <a:off x="5388801" y="5496845"/>
            <a:ext cx="1331096" cy="598800"/>
            <a:chOff x="2204049" y="5270500"/>
            <a:chExt cx="1758766" cy="672230"/>
          </a:xfrm>
        </p:grpSpPr>
        <p:sp>
          <p:nvSpPr>
            <p:cNvPr id="121" name="Retângulo 120">
              <a:extLst>
                <a:ext uri="{FF2B5EF4-FFF2-40B4-BE49-F238E27FC236}">
                  <a16:creationId xmlns:a16="http://schemas.microsoft.com/office/drawing/2014/main" id="{1B1604AF-592B-A3AF-0CC2-BDE353B70072}"/>
                </a:ext>
              </a:extLst>
            </p:cNvPr>
            <p:cNvSpPr/>
            <p:nvPr/>
          </p:nvSpPr>
          <p:spPr bwMode="gray">
            <a:xfrm>
              <a:off x="2204049" y="5270500"/>
              <a:ext cx="1758766" cy="672230"/>
            </a:xfrm>
            <a:custGeom>
              <a:avLst/>
              <a:gdLst>
                <a:gd name="csX0" fmla="*/ 0 w 1758766"/>
                <a:gd name="csY0" fmla="*/ 0 h 672230"/>
                <a:gd name="csX1" fmla="*/ 586255 w 1758766"/>
                <a:gd name="csY1" fmla="*/ 0 h 672230"/>
                <a:gd name="csX2" fmla="*/ 1137335 w 1758766"/>
                <a:gd name="csY2" fmla="*/ 0 h 672230"/>
                <a:gd name="csX3" fmla="*/ 1758766 w 1758766"/>
                <a:gd name="csY3" fmla="*/ 0 h 672230"/>
                <a:gd name="csX4" fmla="*/ 1758766 w 1758766"/>
                <a:gd name="csY4" fmla="*/ 342837 h 672230"/>
                <a:gd name="csX5" fmla="*/ 1758766 w 1758766"/>
                <a:gd name="csY5" fmla="*/ 672230 h 672230"/>
                <a:gd name="csX6" fmla="*/ 1137335 w 1758766"/>
                <a:gd name="csY6" fmla="*/ 672230 h 672230"/>
                <a:gd name="csX7" fmla="*/ 551080 w 1758766"/>
                <a:gd name="csY7" fmla="*/ 672230 h 672230"/>
                <a:gd name="csX8" fmla="*/ 0 w 1758766"/>
                <a:gd name="csY8" fmla="*/ 672230 h 672230"/>
                <a:gd name="csX9" fmla="*/ 0 w 1758766"/>
                <a:gd name="csY9" fmla="*/ 349560 h 672230"/>
                <a:gd name="csX10" fmla="*/ 0 w 1758766"/>
                <a:gd name="csY10" fmla="*/ 0 h 6722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758766" h="672230" extrusionOk="0">
                  <a:moveTo>
                    <a:pt x="0" y="0"/>
                  </a:moveTo>
                  <a:cubicBezTo>
                    <a:pt x="154050" y="-24572"/>
                    <a:pt x="417422" y="44345"/>
                    <a:pt x="586255" y="0"/>
                  </a:cubicBezTo>
                  <a:cubicBezTo>
                    <a:pt x="755089" y="-44345"/>
                    <a:pt x="987276" y="29097"/>
                    <a:pt x="1137335" y="0"/>
                  </a:cubicBezTo>
                  <a:cubicBezTo>
                    <a:pt x="1287394" y="-29097"/>
                    <a:pt x="1541400" y="51429"/>
                    <a:pt x="1758766" y="0"/>
                  </a:cubicBezTo>
                  <a:cubicBezTo>
                    <a:pt x="1763624" y="92494"/>
                    <a:pt x="1747397" y="236954"/>
                    <a:pt x="1758766" y="342837"/>
                  </a:cubicBezTo>
                  <a:cubicBezTo>
                    <a:pt x="1770135" y="448720"/>
                    <a:pt x="1724034" y="542811"/>
                    <a:pt x="1758766" y="672230"/>
                  </a:cubicBezTo>
                  <a:cubicBezTo>
                    <a:pt x="1597470" y="693493"/>
                    <a:pt x="1264945" y="621993"/>
                    <a:pt x="1137335" y="672230"/>
                  </a:cubicBezTo>
                  <a:cubicBezTo>
                    <a:pt x="1009725" y="722467"/>
                    <a:pt x="790115" y="616438"/>
                    <a:pt x="551080" y="672230"/>
                  </a:cubicBezTo>
                  <a:cubicBezTo>
                    <a:pt x="312045" y="728022"/>
                    <a:pt x="219715" y="615483"/>
                    <a:pt x="0" y="672230"/>
                  </a:cubicBezTo>
                  <a:cubicBezTo>
                    <a:pt x="-22983" y="513671"/>
                    <a:pt x="27213" y="415285"/>
                    <a:pt x="0" y="349560"/>
                  </a:cubicBezTo>
                  <a:cubicBezTo>
                    <a:pt x="-27213" y="283835"/>
                    <a:pt x="3314" y="141973"/>
                    <a:pt x="0" y="0"/>
                  </a:cubicBezTo>
                  <a:close/>
                </a:path>
              </a:pathLst>
            </a:custGeom>
            <a:noFill/>
            <a:ln w="12700">
              <a:solidFill>
                <a:srgbClr val="10384F"/>
              </a:solidFill>
              <a:extLst>
                <a:ext uri="{C807C97D-BFC1-408E-A445-0C87EB9F89A2}">
                  <ask:lineSketchStyleProps xmlns:ask="http://schemas.microsoft.com/office/drawing/2018/sketchyshapes" sd="1866616252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endParaRPr lang="pt-BR" sz="1300" b="0" i="0" u="none" baseline="0" dirty="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22" name="Subtítulo 17">
              <a:extLst>
                <a:ext uri="{FF2B5EF4-FFF2-40B4-BE49-F238E27FC236}">
                  <a16:creationId xmlns:a16="http://schemas.microsoft.com/office/drawing/2014/main" id="{589B5C1C-F082-DFB7-34DD-C211D0B2C319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2292534" y="5358917"/>
              <a:ext cx="1670281" cy="510383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0" indent="0" algn="l" defTabSz="914400" rtl="0" eaLnBrk="1" latinLnBrk="0" hangingPunct="1">
                <a:spcBef>
                  <a:spcPts val="120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5pPr>
              <a:lvl6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BR" sz="1300" dirty="0"/>
                <a:t>Instalada luva de vidro</a:t>
              </a:r>
            </a:p>
            <a:p>
              <a:pPr algn="ctr"/>
              <a:endParaRPr lang="pt-BR" sz="1300" dirty="0"/>
            </a:p>
          </p:txBody>
        </p:sp>
      </p:grpSp>
      <p:grpSp>
        <p:nvGrpSpPr>
          <p:cNvPr id="125" name="Agrupar 124">
            <a:extLst>
              <a:ext uri="{FF2B5EF4-FFF2-40B4-BE49-F238E27FC236}">
                <a16:creationId xmlns:a16="http://schemas.microsoft.com/office/drawing/2014/main" id="{7672EABB-22D5-5483-637D-E7C0854901E0}"/>
              </a:ext>
            </a:extLst>
          </p:cNvPr>
          <p:cNvGrpSpPr/>
          <p:nvPr/>
        </p:nvGrpSpPr>
        <p:grpSpPr>
          <a:xfrm>
            <a:off x="4577982" y="2734031"/>
            <a:ext cx="1059476" cy="538274"/>
            <a:chOff x="3457750" y="2539566"/>
            <a:chExt cx="1059476" cy="1528854"/>
          </a:xfrm>
        </p:grpSpPr>
        <p:cxnSp>
          <p:nvCxnSpPr>
            <p:cNvPr id="126" name="Conector reto 125">
              <a:extLst>
                <a:ext uri="{FF2B5EF4-FFF2-40B4-BE49-F238E27FC236}">
                  <a16:creationId xmlns:a16="http://schemas.microsoft.com/office/drawing/2014/main" id="{FF68CAB2-052D-CE05-86C3-FE64528DB4AE}"/>
                </a:ext>
              </a:extLst>
            </p:cNvPr>
            <p:cNvCxnSpPr>
              <a:cxnSpLocks/>
              <a:endCxn id="127" idx="0"/>
            </p:cNvCxnSpPr>
            <p:nvPr/>
          </p:nvCxnSpPr>
          <p:spPr bwMode="gray">
            <a:xfrm flipH="1">
              <a:off x="3987488" y="2539566"/>
              <a:ext cx="1" cy="853652"/>
            </a:xfrm>
            <a:prstGeom prst="line">
              <a:avLst/>
            </a:prstGeom>
            <a:ln w="6350">
              <a:solidFill>
                <a:schemeClr val="tx2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7" name="Subtítulo 17">
              <a:extLst>
                <a:ext uri="{FF2B5EF4-FFF2-40B4-BE49-F238E27FC236}">
                  <a16:creationId xmlns:a16="http://schemas.microsoft.com/office/drawing/2014/main" id="{F82E5171-064E-3810-BDB4-03F5FF1DF4BD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3457750" y="3393218"/>
              <a:ext cx="1059476" cy="675202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0" indent="0" algn="l" defTabSz="914400" rtl="0" eaLnBrk="1" latinLnBrk="0" hangingPunct="1">
                <a:spcBef>
                  <a:spcPts val="120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5pPr>
              <a:lvl6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pt-BR" sz="1200" dirty="0"/>
            </a:p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pt-BR" sz="1200" dirty="0"/>
                <a:t>25/11</a:t>
              </a:r>
            </a:p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pt-BR" sz="1400" dirty="0">
                  <a:solidFill>
                    <a:schemeClr val="tx2"/>
                  </a:solidFill>
                </a:rPr>
                <a:t>Vazamento pelo domo</a:t>
              </a:r>
              <a:endParaRPr lang="pt-BR" dirty="0"/>
            </a:p>
          </p:txBody>
        </p:sp>
      </p:grpSp>
    </p:spTree>
    <p:extLst>
      <p:ext uri="{BB962C8B-B14F-4D97-AF65-F5344CB8AC3E}">
        <p14:creationId xmlns:p14="http://schemas.microsoft.com/office/powerpoint/2010/main" val="3772396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456A5-01AB-67AF-7CCF-8F1666819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8A9C4A6B-EB63-3296-8CC4-D53D10C44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Histórico de falha nos reatores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B3ADAE9-7326-71D9-813E-916D5BAF2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/// Bayer 16:9 Template Chart Pool /// September 2019</a:t>
            </a:r>
            <a:endParaRPr lang="en-US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35287ED-1BFB-9E5D-EE4D-F55C5461F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D9179-7A6B-4268-BEB2-F3B8EB06115B}" type="slidenum">
              <a:rPr lang="en-US" smtClean="0"/>
              <a:t>3</a:t>
            </a:fld>
            <a:endParaRPr lang="en-US" dirty="0"/>
          </a:p>
        </p:txBody>
      </p:sp>
      <p:sp>
        <p:nvSpPr>
          <p:cNvPr id="18" name="Subtítulo 17">
            <a:extLst>
              <a:ext uri="{FF2B5EF4-FFF2-40B4-BE49-F238E27FC236}">
                <a16:creationId xmlns:a16="http://schemas.microsoft.com/office/drawing/2014/main" id="{5D5E2ED8-3FBA-6300-0AC2-FED2717C80BA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pt-BR" dirty="0"/>
              <a:t>Linha do tempo</a:t>
            </a:r>
          </a:p>
          <a:p>
            <a:endParaRPr lang="pt-BR" dirty="0"/>
          </a:p>
        </p:txBody>
      </p: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17CA3031-F8C7-001E-D778-1620E81F87CA}"/>
              </a:ext>
            </a:extLst>
          </p:cNvPr>
          <p:cNvCxnSpPr>
            <a:cxnSpLocks/>
          </p:cNvCxnSpPr>
          <p:nvPr/>
        </p:nvCxnSpPr>
        <p:spPr bwMode="gray">
          <a:xfrm>
            <a:off x="1015176" y="2755469"/>
            <a:ext cx="9897088" cy="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grpSp>
        <p:nvGrpSpPr>
          <p:cNvPr id="94" name="Agrupar 93">
            <a:extLst>
              <a:ext uri="{FF2B5EF4-FFF2-40B4-BE49-F238E27FC236}">
                <a16:creationId xmlns:a16="http://schemas.microsoft.com/office/drawing/2014/main" id="{4600D658-FA5A-5AAF-990C-61861E2F7AA6}"/>
              </a:ext>
            </a:extLst>
          </p:cNvPr>
          <p:cNvGrpSpPr/>
          <p:nvPr/>
        </p:nvGrpSpPr>
        <p:grpSpPr>
          <a:xfrm>
            <a:off x="7810818" y="2734758"/>
            <a:ext cx="1059476" cy="1868991"/>
            <a:chOff x="3364949" y="2544793"/>
            <a:chExt cx="1059476" cy="1226544"/>
          </a:xfrm>
        </p:grpSpPr>
        <p:cxnSp>
          <p:nvCxnSpPr>
            <p:cNvPr id="95" name="Conector reto 94">
              <a:extLst>
                <a:ext uri="{FF2B5EF4-FFF2-40B4-BE49-F238E27FC236}">
                  <a16:creationId xmlns:a16="http://schemas.microsoft.com/office/drawing/2014/main" id="{F74919C7-68DD-6E4B-5416-FB1676065675}"/>
                </a:ext>
              </a:extLst>
            </p:cNvPr>
            <p:cNvCxnSpPr>
              <a:cxnSpLocks/>
              <a:endCxn id="96" idx="0"/>
            </p:cNvCxnSpPr>
            <p:nvPr/>
          </p:nvCxnSpPr>
          <p:spPr bwMode="gray">
            <a:xfrm>
              <a:off x="3894687" y="2544793"/>
              <a:ext cx="0" cy="551342"/>
            </a:xfrm>
            <a:prstGeom prst="line">
              <a:avLst/>
            </a:prstGeom>
            <a:solidFill>
              <a:schemeClr val="accent4"/>
            </a:solidFill>
            <a:ln w="6350">
              <a:solidFill>
                <a:schemeClr val="accent4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Subtítulo 17">
              <a:extLst>
                <a:ext uri="{FF2B5EF4-FFF2-40B4-BE49-F238E27FC236}">
                  <a16:creationId xmlns:a16="http://schemas.microsoft.com/office/drawing/2014/main" id="{D8E5F9A5-DC7B-C6C6-DAEF-3CA0E54F88C5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3364949" y="3096135"/>
              <a:ext cx="1059476" cy="675202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0" indent="0" algn="l" defTabSz="914400" rtl="0" eaLnBrk="1" latinLnBrk="0" hangingPunct="1">
                <a:spcBef>
                  <a:spcPts val="120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5pPr>
              <a:lvl6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pt-BR" sz="1200" dirty="0"/>
            </a:p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pt-BR" sz="1200" dirty="0"/>
                <a:t>13/01</a:t>
              </a:r>
            </a:p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pt-BR" sz="1400" dirty="0">
                  <a:solidFill>
                    <a:schemeClr val="accent4"/>
                  </a:solidFill>
                </a:rPr>
                <a:t>Furo no eixo do agitador</a:t>
              </a:r>
              <a:endParaRPr lang="pt-BR" dirty="0">
                <a:solidFill>
                  <a:schemeClr val="accent4"/>
                </a:solidFill>
              </a:endParaRPr>
            </a:p>
          </p:txBody>
        </p:sp>
      </p:grpSp>
      <p:sp>
        <p:nvSpPr>
          <p:cNvPr id="97" name="Retângulo 96">
            <a:extLst>
              <a:ext uri="{FF2B5EF4-FFF2-40B4-BE49-F238E27FC236}">
                <a16:creationId xmlns:a16="http://schemas.microsoft.com/office/drawing/2014/main" id="{905A83B1-AD4E-3380-9FD4-61BD978272BD}"/>
              </a:ext>
            </a:extLst>
          </p:cNvPr>
          <p:cNvSpPr/>
          <p:nvPr/>
        </p:nvSpPr>
        <p:spPr bwMode="gray">
          <a:xfrm>
            <a:off x="8048444" y="2274737"/>
            <a:ext cx="1618769" cy="439947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800" b="0" i="0" u="none" baseline="0" dirty="0">
                <a:solidFill>
                  <a:srgbClr val="FFFFFF"/>
                </a:solidFill>
                <a:latin typeface="Arial" panose="020B0604020202020204" pitchFamily="34" charset="0"/>
              </a:rPr>
              <a:t>2023</a:t>
            </a:r>
          </a:p>
        </p:txBody>
      </p:sp>
      <p:grpSp>
        <p:nvGrpSpPr>
          <p:cNvPr id="101" name="Agrupar 100">
            <a:extLst>
              <a:ext uri="{FF2B5EF4-FFF2-40B4-BE49-F238E27FC236}">
                <a16:creationId xmlns:a16="http://schemas.microsoft.com/office/drawing/2014/main" id="{6AA6A052-CB62-81D0-1079-C0E0608759FF}"/>
              </a:ext>
            </a:extLst>
          </p:cNvPr>
          <p:cNvGrpSpPr/>
          <p:nvPr/>
        </p:nvGrpSpPr>
        <p:grpSpPr>
          <a:xfrm>
            <a:off x="9788089" y="2717989"/>
            <a:ext cx="1059476" cy="1226544"/>
            <a:chOff x="3364949" y="2544794"/>
            <a:chExt cx="1059476" cy="1226543"/>
          </a:xfrm>
        </p:grpSpPr>
        <p:cxnSp>
          <p:nvCxnSpPr>
            <p:cNvPr id="102" name="Conector reto 101">
              <a:extLst>
                <a:ext uri="{FF2B5EF4-FFF2-40B4-BE49-F238E27FC236}">
                  <a16:creationId xmlns:a16="http://schemas.microsoft.com/office/drawing/2014/main" id="{D7B2BB0F-56DE-20E0-C157-76CFEF544A94}"/>
                </a:ext>
              </a:extLst>
            </p:cNvPr>
            <p:cNvCxnSpPr>
              <a:cxnSpLocks/>
              <a:stCxn id="104" idx="2"/>
              <a:endCxn id="103" idx="0"/>
            </p:cNvCxnSpPr>
            <p:nvPr/>
          </p:nvCxnSpPr>
          <p:spPr bwMode="gray">
            <a:xfrm>
              <a:off x="3894687" y="2544793"/>
              <a:ext cx="0" cy="551342"/>
            </a:xfrm>
            <a:prstGeom prst="line">
              <a:avLst/>
            </a:prstGeom>
            <a:solidFill>
              <a:schemeClr val="accent4"/>
            </a:solidFill>
            <a:ln w="6350">
              <a:solidFill>
                <a:schemeClr val="accent4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Subtítulo 17">
              <a:extLst>
                <a:ext uri="{FF2B5EF4-FFF2-40B4-BE49-F238E27FC236}">
                  <a16:creationId xmlns:a16="http://schemas.microsoft.com/office/drawing/2014/main" id="{8D39D0A5-765D-6C93-14F1-AE18AE787029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3364949" y="3096135"/>
              <a:ext cx="1059476" cy="675202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0" indent="0" algn="l" defTabSz="914400" rtl="0" eaLnBrk="1" latinLnBrk="0" hangingPunct="1">
                <a:spcBef>
                  <a:spcPts val="120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5pPr>
              <a:lvl6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pt-BR" sz="1200" dirty="0"/>
            </a:p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pt-BR" sz="1200" dirty="0"/>
                <a:t>13/06</a:t>
              </a:r>
            </a:p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pt-BR" sz="1400" dirty="0">
                  <a:solidFill>
                    <a:schemeClr val="accent4"/>
                  </a:solidFill>
                </a:rPr>
                <a:t>Vazamento por dano no vitrificado</a:t>
              </a:r>
              <a:endParaRPr lang="pt-BR" dirty="0">
                <a:solidFill>
                  <a:schemeClr val="accent4"/>
                </a:solidFill>
              </a:endParaRPr>
            </a:p>
          </p:txBody>
        </p:sp>
      </p:grpSp>
      <p:sp>
        <p:nvSpPr>
          <p:cNvPr id="104" name="Retângulo 103">
            <a:extLst>
              <a:ext uri="{FF2B5EF4-FFF2-40B4-BE49-F238E27FC236}">
                <a16:creationId xmlns:a16="http://schemas.microsoft.com/office/drawing/2014/main" id="{66B896BF-BCC0-23F6-E7A4-31D3E034F388}"/>
              </a:ext>
            </a:extLst>
          </p:cNvPr>
          <p:cNvSpPr/>
          <p:nvPr/>
        </p:nvSpPr>
        <p:spPr bwMode="gray">
          <a:xfrm>
            <a:off x="9723390" y="2278042"/>
            <a:ext cx="1188874" cy="439947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800" b="0" i="0" u="none" baseline="0" dirty="0">
                <a:solidFill>
                  <a:srgbClr val="FFFFFF"/>
                </a:solidFill>
                <a:latin typeface="Arial" panose="020B0604020202020204" pitchFamily="34" charset="0"/>
              </a:rPr>
              <a:t>2025</a:t>
            </a:r>
          </a:p>
        </p:txBody>
      </p:sp>
      <p:sp>
        <p:nvSpPr>
          <p:cNvPr id="109" name="Subtítulo 17">
            <a:extLst>
              <a:ext uri="{FF2B5EF4-FFF2-40B4-BE49-F238E27FC236}">
                <a16:creationId xmlns:a16="http://schemas.microsoft.com/office/drawing/2014/main" id="{246445E9-AF0A-D171-D5C1-99AED392072A}"/>
              </a:ext>
            </a:extLst>
          </p:cNvPr>
          <p:cNvSpPr txBox="1">
            <a:spLocks/>
          </p:cNvSpPr>
          <p:nvPr/>
        </p:nvSpPr>
        <p:spPr bwMode="gray">
          <a:xfrm>
            <a:off x="981821" y="1754837"/>
            <a:ext cx="10798461" cy="252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ts val="300"/>
              </a:spcBef>
              <a:spcAft>
                <a:spcPts val="600"/>
              </a:spcAft>
              <a:buFontTx/>
              <a:buNone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spcBef>
                <a:spcPts val="300"/>
              </a:spcBef>
              <a:spcAft>
                <a:spcPts val="600"/>
              </a:spcAft>
              <a:buFontTx/>
              <a:buNone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spcBef>
                <a:spcPts val="300"/>
              </a:spcBef>
              <a:spcAft>
                <a:spcPts val="600"/>
              </a:spcAft>
              <a:buFontTx/>
              <a:buNone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spcBef>
                <a:spcPts val="300"/>
              </a:spcBef>
              <a:spcAft>
                <a:spcPts val="600"/>
              </a:spcAft>
              <a:buFontTx/>
              <a:buNone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spcBef>
                <a:spcPts val="300"/>
              </a:spcBef>
              <a:spcAft>
                <a:spcPts val="600"/>
              </a:spcAft>
              <a:buFontTx/>
              <a:buNone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spcBef>
                <a:spcPts val="300"/>
              </a:spcBef>
              <a:spcAft>
                <a:spcPts val="600"/>
              </a:spcAft>
              <a:buFontTx/>
              <a:buNone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spcBef>
                <a:spcPts val="300"/>
              </a:spcBef>
              <a:spcAft>
                <a:spcPts val="600"/>
              </a:spcAft>
              <a:buFontTx/>
              <a:buNone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spcBef>
                <a:spcPts val="300"/>
              </a:spcBef>
              <a:spcAft>
                <a:spcPts val="600"/>
              </a:spcAft>
              <a:buFontTx/>
              <a:buNone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1" dirty="0"/>
              <a:t>Reator#2</a:t>
            </a:r>
          </a:p>
          <a:p>
            <a:endParaRPr lang="pt-BR" dirty="0"/>
          </a:p>
        </p:txBody>
      </p:sp>
      <p:sp>
        <p:nvSpPr>
          <p:cNvPr id="110" name="CaixaDeTexto 109">
            <a:extLst>
              <a:ext uri="{FF2B5EF4-FFF2-40B4-BE49-F238E27FC236}">
                <a16:creationId xmlns:a16="http://schemas.microsoft.com/office/drawing/2014/main" id="{E22D6FBB-1C3F-3B8A-BADB-1ECB329F73A9}"/>
              </a:ext>
            </a:extLst>
          </p:cNvPr>
          <p:cNvSpPr txBox="1"/>
          <p:nvPr/>
        </p:nvSpPr>
        <p:spPr bwMode="gray">
          <a:xfrm>
            <a:off x="8590588" y="6191694"/>
            <a:ext cx="2554717" cy="31093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dirty="0">
                <a:solidFill>
                  <a:srgbClr val="000000"/>
                </a:solidFill>
                <a:latin typeface="Arial" panose="020B0604020202020204" pitchFamily="34" charset="0"/>
              </a:rPr>
              <a:t>11</a:t>
            </a:r>
            <a:r>
              <a:rPr lang="pt-BR" sz="1800" b="0" i="0" u="none" baseline="0" dirty="0">
                <a:solidFill>
                  <a:srgbClr val="000000"/>
                </a:solidFill>
                <a:latin typeface="Arial" panose="020B0604020202020204" pitchFamily="34" charset="0"/>
              </a:rPr>
              <a:t> eventos mapeados</a:t>
            </a:r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C4CFA32C-8B84-745A-34A6-4B5FA3916EA5}"/>
              </a:ext>
            </a:extLst>
          </p:cNvPr>
          <p:cNvGrpSpPr/>
          <p:nvPr/>
        </p:nvGrpSpPr>
        <p:grpSpPr>
          <a:xfrm>
            <a:off x="3661590" y="2276708"/>
            <a:ext cx="1059476" cy="1638367"/>
            <a:chOff x="742869" y="2104846"/>
            <a:chExt cx="1059476" cy="1638367"/>
          </a:xfrm>
        </p:grpSpPr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F1C7E41B-B865-A6B8-77A3-1A8C97E3F683}"/>
                </a:ext>
              </a:extLst>
            </p:cNvPr>
            <p:cNvSpPr/>
            <p:nvPr/>
          </p:nvSpPr>
          <p:spPr bwMode="gray">
            <a:xfrm>
              <a:off x="838334" y="2104846"/>
              <a:ext cx="857410" cy="439947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pt-BR" sz="1800" b="0" i="0" u="none" baseline="0" dirty="0">
                  <a:solidFill>
                    <a:srgbClr val="FFFFFF"/>
                  </a:solidFill>
                  <a:latin typeface="Arial" panose="020B0604020202020204" pitchFamily="34" charset="0"/>
                </a:rPr>
                <a:t>2011</a:t>
              </a:r>
            </a:p>
          </p:txBody>
        </p:sp>
        <p:cxnSp>
          <p:nvCxnSpPr>
            <p:cNvPr id="19" name="Conector reto 18">
              <a:extLst>
                <a:ext uri="{FF2B5EF4-FFF2-40B4-BE49-F238E27FC236}">
                  <a16:creationId xmlns:a16="http://schemas.microsoft.com/office/drawing/2014/main" id="{92FC03B0-599D-5A15-D9A5-DD8FFF1E9E7D}"/>
                </a:ext>
              </a:extLst>
            </p:cNvPr>
            <p:cNvCxnSpPr>
              <a:cxnSpLocks/>
              <a:stCxn id="17" idx="2"/>
              <a:endCxn id="20" idx="0"/>
            </p:cNvCxnSpPr>
            <p:nvPr/>
          </p:nvCxnSpPr>
          <p:spPr bwMode="gray">
            <a:xfrm>
              <a:off x="1267039" y="2544793"/>
              <a:ext cx="5568" cy="573515"/>
            </a:xfrm>
            <a:prstGeom prst="line">
              <a:avLst/>
            </a:prstGeom>
            <a:solidFill>
              <a:schemeClr val="accent4"/>
            </a:solidFill>
            <a:ln w="6350">
              <a:solidFill>
                <a:schemeClr val="accent4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Subtítulo 17">
              <a:extLst>
                <a:ext uri="{FF2B5EF4-FFF2-40B4-BE49-F238E27FC236}">
                  <a16:creationId xmlns:a16="http://schemas.microsoft.com/office/drawing/2014/main" id="{028DFF06-8B25-2490-C556-132B60A77E8D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742869" y="3118308"/>
              <a:ext cx="1059476" cy="624905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0" indent="0" algn="l" defTabSz="914400" rtl="0" eaLnBrk="1" latinLnBrk="0" hangingPunct="1">
                <a:spcBef>
                  <a:spcPts val="120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5pPr>
              <a:lvl6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pt-BR" sz="1200" dirty="0"/>
            </a:p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pt-BR" sz="1200" dirty="0"/>
                <a:t>08/10</a:t>
              </a:r>
            </a:p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pt-BR" sz="1400" dirty="0">
                  <a:solidFill>
                    <a:schemeClr val="accent4"/>
                  </a:solidFill>
                </a:rPr>
                <a:t>Troca do reator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endParaRPr lang="pt-BR" dirty="0"/>
            </a:p>
          </p:txBody>
        </p:sp>
      </p:grp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DF77FC3D-5340-76B2-37C9-7066509A6CAC}"/>
              </a:ext>
            </a:extLst>
          </p:cNvPr>
          <p:cNvGrpSpPr/>
          <p:nvPr/>
        </p:nvGrpSpPr>
        <p:grpSpPr>
          <a:xfrm>
            <a:off x="4587366" y="2276708"/>
            <a:ext cx="1059476" cy="1638367"/>
            <a:chOff x="742869" y="2104846"/>
            <a:chExt cx="1059476" cy="1638367"/>
          </a:xfrm>
        </p:grpSpPr>
        <p:sp>
          <p:nvSpPr>
            <p:cNvPr id="22" name="Retângulo 21">
              <a:extLst>
                <a:ext uri="{FF2B5EF4-FFF2-40B4-BE49-F238E27FC236}">
                  <a16:creationId xmlns:a16="http://schemas.microsoft.com/office/drawing/2014/main" id="{49657BBF-29B4-E040-4926-13EEEEEEEF78}"/>
                </a:ext>
              </a:extLst>
            </p:cNvPr>
            <p:cNvSpPr/>
            <p:nvPr/>
          </p:nvSpPr>
          <p:spPr bwMode="gray">
            <a:xfrm>
              <a:off x="838334" y="2104846"/>
              <a:ext cx="857410" cy="439947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pt-BR" sz="1800" b="0" i="0" u="none" baseline="0" dirty="0">
                  <a:solidFill>
                    <a:srgbClr val="FFFFFF"/>
                  </a:solidFill>
                  <a:latin typeface="Arial" panose="020B0604020202020204" pitchFamily="34" charset="0"/>
                </a:rPr>
                <a:t>2012</a:t>
              </a:r>
            </a:p>
          </p:txBody>
        </p:sp>
        <p:cxnSp>
          <p:nvCxnSpPr>
            <p:cNvPr id="23" name="Conector reto 22">
              <a:extLst>
                <a:ext uri="{FF2B5EF4-FFF2-40B4-BE49-F238E27FC236}">
                  <a16:creationId xmlns:a16="http://schemas.microsoft.com/office/drawing/2014/main" id="{B382E980-3AA1-7AA7-B3FE-B367224A8DC8}"/>
                </a:ext>
              </a:extLst>
            </p:cNvPr>
            <p:cNvCxnSpPr>
              <a:cxnSpLocks/>
              <a:stCxn id="22" idx="2"/>
              <a:endCxn id="24" idx="0"/>
            </p:cNvCxnSpPr>
            <p:nvPr/>
          </p:nvCxnSpPr>
          <p:spPr bwMode="gray">
            <a:xfrm>
              <a:off x="1267039" y="2544793"/>
              <a:ext cx="5568" cy="573515"/>
            </a:xfrm>
            <a:prstGeom prst="line">
              <a:avLst/>
            </a:prstGeom>
            <a:solidFill>
              <a:schemeClr val="accent4"/>
            </a:solidFill>
            <a:ln w="6350">
              <a:solidFill>
                <a:schemeClr val="accent4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Subtítulo 17">
              <a:extLst>
                <a:ext uri="{FF2B5EF4-FFF2-40B4-BE49-F238E27FC236}">
                  <a16:creationId xmlns:a16="http://schemas.microsoft.com/office/drawing/2014/main" id="{22D8810E-E77E-C2C0-02EE-E5E3BA7CB252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742869" y="3118308"/>
              <a:ext cx="1059476" cy="624905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0" indent="0" algn="l" defTabSz="914400" rtl="0" eaLnBrk="1" latinLnBrk="0" hangingPunct="1">
                <a:spcBef>
                  <a:spcPts val="120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5pPr>
              <a:lvl6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pt-BR" sz="1200" dirty="0"/>
            </a:p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pt-BR" sz="1200" dirty="0"/>
                <a:t>11/08</a:t>
              </a:r>
            </a:p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pt-BR" sz="1400" dirty="0">
                  <a:solidFill>
                    <a:schemeClr val="accent4"/>
                  </a:solidFill>
                </a:rPr>
                <a:t>Troca do reator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endParaRPr lang="pt-BR" dirty="0"/>
            </a:p>
          </p:txBody>
        </p: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EF8A9F8C-115D-C991-5062-E2113A04417B}"/>
              </a:ext>
            </a:extLst>
          </p:cNvPr>
          <p:cNvGrpSpPr/>
          <p:nvPr/>
        </p:nvGrpSpPr>
        <p:grpSpPr>
          <a:xfrm>
            <a:off x="5508571" y="2275374"/>
            <a:ext cx="1059476" cy="2513554"/>
            <a:chOff x="742869" y="2104846"/>
            <a:chExt cx="1059476" cy="2513554"/>
          </a:xfrm>
        </p:grpSpPr>
        <p:sp>
          <p:nvSpPr>
            <p:cNvPr id="26" name="Retângulo 25">
              <a:extLst>
                <a:ext uri="{FF2B5EF4-FFF2-40B4-BE49-F238E27FC236}">
                  <a16:creationId xmlns:a16="http://schemas.microsoft.com/office/drawing/2014/main" id="{251F52F1-2838-63DA-29D0-312457671987}"/>
                </a:ext>
              </a:extLst>
            </p:cNvPr>
            <p:cNvSpPr/>
            <p:nvPr/>
          </p:nvSpPr>
          <p:spPr bwMode="gray">
            <a:xfrm>
              <a:off x="838334" y="2104846"/>
              <a:ext cx="857410" cy="439947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pt-BR" sz="1800" b="0" i="0" u="none" baseline="0" dirty="0">
                  <a:solidFill>
                    <a:srgbClr val="FFFFFF"/>
                  </a:solidFill>
                  <a:latin typeface="Arial" panose="020B0604020202020204" pitchFamily="34" charset="0"/>
                </a:rPr>
                <a:t>2016</a:t>
              </a:r>
            </a:p>
          </p:txBody>
        </p:sp>
        <p:cxnSp>
          <p:nvCxnSpPr>
            <p:cNvPr id="27" name="Conector reto 26">
              <a:extLst>
                <a:ext uri="{FF2B5EF4-FFF2-40B4-BE49-F238E27FC236}">
                  <a16:creationId xmlns:a16="http://schemas.microsoft.com/office/drawing/2014/main" id="{277C21AC-7104-0B79-88B2-EB316FFF968A}"/>
                </a:ext>
              </a:extLst>
            </p:cNvPr>
            <p:cNvCxnSpPr>
              <a:cxnSpLocks/>
              <a:stCxn id="26" idx="2"/>
            </p:cNvCxnSpPr>
            <p:nvPr/>
          </p:nvCxnSpPr>
          <p:spPr bwMode="gray">
            <a:xfrm>
              <a:off x="1267039" y="2544793"/>
              <a:ext cx="5568" cy="1427359"/>
            </a:xfrm>
            <a:prstGeom prst="line">
              <a:avLst/>
            </a:prstGeom>
            <a:solidFill>
              <a:schemeClr val="accent4"/>
            </a:solidFill>
            <a:ln w="6350">
              <a:solidFill>
                <a:schemeClr val="accent4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Subtítulo 17">
              <a:extLst>
                <a:ext uri="{FF2B5EF4-FFF2-40B4-BE49-F238E27FC236}">
                  <a16:creationId xmlns:a16="http://schemas.microsoft.com/office/drawing/2014/main" id="{47A6CE64-BE8D-946F-700C-A6E9A86DC7CE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742869" y="3993495"/>
              <a:ext cx="1059476" cy="624905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0" indent="0" algn="l" defTabSz="914400" rtl="0" eaLnBrk="1" latinLnBrk="0" hangingPunct="1">
                <a:spcBef>
                  <a:spcPts val="120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5pPr>
              <a:lvl6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pt-BR" sz="1200" dirty="0"/>
            </a:p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pt-BR" sz="1200" dirty="0"/>
                <a:t>18/07</a:t>
              </a:r>
            </a:p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pt-BR" sz="1400" dirty="0">
                  <a:solidFill>
                    <a:schemeClr val="accent4"/>
                  </a:solidFill>
                </a:rPr>
                <a:t>Troca do reator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endParaRPr lang="pt-BR" dirty="0"/>
            </a:p>
          </p:txBody>
        </p:sp>
      </p:grp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BA55F3CD-41B0-3B06-26A4-7E4E86D3AFF8}"/>
              </a:ext>
            </a:extLst>
          </p:cNvPr>
          <p:cNvGrpSpPr/>
          <p:nvPr/>
        </p:nvGrpSpPr>
        <p:grpSpPr>
          <a:xfrm>
            <a:off x="6305922" y="2717989"/>
            <a:ext cx="1059476" cy="1204698"/>
            <a:chOff x="742869" y="2538515"/>
            <a:chExt cx="1059476" cy="1204698"/>
          </a:xfrm>
        </p:grpSpPr>
        <p:cxnSp>
          <p:nvCxnSpPr>
            <p:cNvPr id="31" name="Conector reto 30">
              <a:extLst>
                <a:ext uri="{FF2B5EF4-FFF2-40B4-BE49-F238E27FC236}">
                  <a16:creationId xmlns:a16="http://schemas.microsoft.com/office/drawing/2014/main" id="{1F3AE1DA-B888-746A-5C85-105B63895E89}"/>
                </a:ext>
              </a:extLst>
            </p:cNvPr>
            <p:cNvCxnSpPr>
              <a:cxnSpLocks/>
              <a:endCxn id="32" idx="0"/>
            </p:cNvCxnSpPr>
            <p:nvPr/>
          </p:nvCxnSpPr>
          <p:spPr bwMode="gray">
            <a:xfrm>
              <a:off x="1267039" y="2538515"/>
              <a:ext cx="5568" cy="579793"/>
            </a:xfrm>
            <a:prstGeom prst="line">
              <a:avLst/>
            </a:prstGeom>
            <a:solidFill>
              <a:schemeClr val="accent4"/>
            </a:solidFill>
            <a:ln w="6350">
              <a:solidFill>
                <a:schemeClr val="accent4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Subtítulo 17">
              <a:extLst>
                <a:ext uri="{FF2B5EF4-FFF2-40B4-BE49-F238E27FC236}">
                  <a16:creationId xmlns:a16="http://schemas.microsoft.com/office/drawing/2014/main" id="{CB885081-F2DF-EA04-6EF1-F85E2B103E9B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742869" y="3118308"/>
              <a:ext cx="1059476" cy="624905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0" indent="0" algn="l" defTabSz="914400" rtl="0" eaLnBrk="1" latinLnBrk="0" hangingPunct="1">
                <a:spcBef>
                  <a:spcPts val="120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5pPr>
              <a:lvl6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pt-BR" sz="1200" dirty="0"/>
            </a:p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pt-BR" sz="1200" dirty="0"/>
                <a:t>15/03</a:t>
              </a:r>
            </a:p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pt-BR" sz="1400" dirty="0">
                  <a:solidFill>
                    <a:schemeClr val="accent4"/>
                  </a:solidFill>
                </a:rPr>
                <a:t>Substituição do agitador por furo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endParaRPr lang="pt-BR" dirty="0"/>
            </a:p>
          </p:txBody>
        </p:sp>
      </p:grpSp>
      <p:grpSp>
        <p:nvGrpSpPr>
          <p:cNvPr id="42" name="Agrupar 41">
            <a:extLst>
              <a:ext uri="{FF2B5EF4-FFF2-40B4-BE49-F238E27FC236}">
                <a16:creationId xmlns:a16="http://schemas.microsoft.com/office/drawing/2014/main" id="{A3994D3C-1365-2FD9-76D0-32473167811B}"/>
              </a:ext>
            </a:extLst>
          </p:cNvPr>
          <p:cNvGrpSpPr/>
          <p:nvPr/>
        </p:nvGrpSpPr>
        <p:grpSpPr>
          <a:xfrm>
            <a:off x="8763693" y="2700635"/>
            <a:ext cx="1059476" cy="2564472"/>
            <a:chOff x="3364949" y="2544793"/>
            <a:chExt cx="1059476" cy="818615"/>
          </a:xfrm>
        </p:grpSpPr>
        <p:cxnSp>
          <p:nvCxnSpPr>
            <p:cNvPr id="43" name="Conector reto 42">
              <a:extLst>
                <a:ext uri="{FF2B5EF4-FFF2-40B4-BE49-F238E27FC236}">
                  <a16:creationId xmlns:a16="http://schemas.microsoft.com/office/drawing/2014/main" id="{0B6C17A4-38CD-A9C1-E48E-E367FBE5F443}"/>
                </a:ext>
              </a:extLst>
            </p:cNvPr>
            <p:cNvCxnSpPr>
              <a:cxnSpLocks/>
              <a:endCxn id="45" idx="0"/>
            </p:cNvCxnSpPr>
            <p:nvPr/>
          </p:nvCxnSpPr>
          <p:spPr bwMode="gray">
            <a:xfrm>
              <a:off x="3894687" y="2544793"/>
              <a:ext cx="0" cy="551342"/>
            </a:xfrm>
            <a:prstGeom prst="line">
              <a:avLst/>
            </a:prstGeom>
            <a:solidFill>
              <a:schemeClr val="accent4"/>
            </a:solidFill>
            <a:ln w="6350">
              <a:solidFill>
                <a:schemeClr val="accent4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Subtítulo 17">
              <a:extLst>
                <a:ext uri="{FF2B5EF4-FFF2-40B4-BE49-F238E27FC236}">
                  <a16:creationId xmlns:a16="http://schemas.microsoft.com/office/drawing/2014/main" id="{AEDEFB23-46E9-4578-318B-D031A5745CF9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3364949" y="3096135"/>
              <a:ext cx="1059476" cy="267273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0" indent="0" algn="l" defTabSz="914400" rtl="0" eaLnBrk="1" latinLnBrk="0" hangingPunct="1">
                <a:spcBef>
                  <a:spcPts val="120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5pPr>
              <a:lvl6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pt-BR" sz="1200" dirty="0"/>
            </a:p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pt-BR" sz="1200" dirty="0"/>
                <a:t>17/01</a:t>
              </a:r>
            </a:p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pt-BR" sz="1400" dirty="0">
                  <a:solidFill>
                    <a:schemeClr val="accent4"/>
                  </a:solidFill>
                </a:rPr>
                <a:t>Troca do reator</a:t>
              </a:r>
              <a:endParaRPr lang="pt-BR" dirty="0">
                <a:solidFill>
                  <a:schemeClr val="accent4"/>
                </a:solidFill>
              </a:endParaRPr>
            </a:p>
          </p:txBody>
        </p:sp>
      </p:grpSp>
      <p:sp>
        <p:nvSpPr>
          <p:cNvPr id="51" name="Retângulo 50">
            <a:extLst>
              <a:ext uri="{FF2B5EF4-FFF2-40B4-BE49-F238E27FC236}">
                <a16:creationId xmlns:a16="http://schemas.microsoft.com/office/drawing/2014/main" id="{1368246C-D088-0097-6775-8B6E49CDAC12}"/>
              </a:ext>
            </a:extLst>
          </p:cNvPr>
          <p:cNvSpPr/>
          <p:nvPr/>
        </p:nvSpPr>
        <p:spPr bwMode="gray">
          <a:xfrm>
            <a:off x="6517623" y="2278041"/>
            <a:ext cx="1474644" cy="439947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800" b="0" i="0" u="none" baseline="0" dirty="0">
                <a:solidFill>
                  <a:srgbClr val="FFFFFF"/>
                </a:solidFill>
                <a:latin typeface="Arial" panose="020B0604020202020204" pitchFamily="34" charset="0"/>
              </a:rPr>
              <a:t>2018</a:t>
            </a:r>
          </a:p>
        </p:txBody>
      </p:sp>
      <p:grpSp>
        <p:nvGrpSpPr>
          <p:cNvPr id="52" name="Agrupar 51">
            <a:extLst>
              <a:ext uri="{FF2B5EF4-FFF2-40B4-BE49-F238E27FC236}">
                <a16:creationId xmlns:a16="http://schemas.microsoft.com/office/drawing/2014/main" id="{42293ABC-E39D-3A16-340B-70368250AD22}"/>
              </a:ext>
            </a:extLst>
          </p:cNvPr>
          <p:cNvGrpSpPr/>
          <p:nvPr/>
        </p:nvGrpSpPr>
        <p:grpSpPr>
          <a:xfrm>
            <a:off x="7108842" y="2739836"/>
            <a:ext cx="1059476" cy="2710881"/>
            <a:chOff x="742869" y="2538515"/>
            <a:chExt cx="1059476" cy="867916"/>
          </a:xfrm>
        </p:grpSpPr>
        <p:cxnSp>
          <p:nvCxnSpPr>
            <p:cNvPr id="53" name="Conector reto 52">
              <a:extLst>
                <a:ext uri="{FF2B5EF4-FFF2-40B4-BE49-F238E27FC236}">
                  <a16:creationId xmlns:a16="http://schemas.microsoft.com/office/drawing/2014/main" id="{0C000194-43F5-5E94-D95F-8C056EB1FD3E}"/>
                </a:ext>
              </a:extLst>
            </p:cNvPr>
            <p:cNvCxnSpPr>
              <a:cxnSpLocks/>
              <a:endCxn id="55" idx="0"/>
            </p:cNvCxnSpPr>
            <p:nvPr/>
          </p:nvCxnSpPr>
          <p:spPr bwMode="gray">
            <a:xfrm>
              <a:off x="1267039" y="2538515"/>
              <a:ext cx="5568" cy="579793"/>
            </a:xfrm>
            <a:prstGeom prst="line">
              <a:avLst/>
            </a:prstGeom>
            <a:solidFill>
              <a:schemeClr val="accent4"/>
            </a:solidFill>
            <a:ln w="6350">
              <a:solidFill>
                <a:schemeClr val="accent4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Subtítulo 17">
              <a:extLst>
                <a:ext uri="{FF2B5EF4-FFF2-40B4-BE49-F238E27FC236}">
                  <a16:creationId xmlns:a16="http://schemas.microsoft.com/office/drawing/2014/main" id="{B140171F-746F-A66C-C217-317843C4E32E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742869" y="3118308"/>
              <a:ext cx="1059476" cy="288123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0" indent="0" algn="l" defTabSz="914400" rtl="0" eaLnBrk="1" latinLnBrk="0" hangingPunct="1">
                <a:spcBef>
                  <a:spcPts val="120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5pPr>
              <a:lvl6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pt-BR" sz="1200" dirty="0"/>
            </a:p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pt-BR" sz="1200" dirty="0"/>
                <a:t>08/12</a:t>
              </a:r>
            </a:p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pt-BR" sz="1400" dirty="0">
                  <a:solidFill>
                    <a:schemeClr val="accent4"/>
                  </a:solidFill>
                </a:rPr>
                <a:t>Troca do reator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endParaRPr lang="pt-BR" dirty="0"/>
            </a:p>
          </p:txBody>
        </p:sp>
      </p:grpSp>
      <p:grpSp>
        <p:nvGrpSpPr>
          <p:cNvPr id="57" name="Agrupar 56">
            <a:extLst>
              <a:ext uri="{FF2B5EF4-FFF2-40B4-BE49-F238E27FC236}">
                <a16:creationId xmlns:a16="http://schemas.microsoft.com/office/drawing/2014/main" id="{47B30DAE-82A2-3B42-C660-AA490B52412E}"/>
              </a:ext>
            </a:extLst>
          </p:cNvPr>
          <p:cNvGrpSpPr/>
          <p:nvPr/>
        </p:nvGrpSpPr>
        <p:grpSpPr>
          <a:xfrm>
            <a:off x="9752996" y="4318421"/>
            <a:ext cx="1331096" cy="598800"/>
            <a:chOff x="2204049" y="5270500"/>
            <a:chExt cx="1758766" cy="672230"/>
          </a:xfrm>
        </p:grpSpPr>
        <p:sp>
          <p:nvSpPr>
            <p:cNvPr id="59" name="Retângulo 58">
              <a:extLst>
                <a:ext uri="{FF2B5EF4-FFF2-40B4-BE49-F238E27FC236}">
                  <a16:creationId xmlns:a16="http://schemas.microsoft.com/office/drawing/2014/main" id="{3B9F6E17-7268-6A5B-B65E-B154E6493933}"/>
                </a:ext>
              </a:extLst>
            </p:cNvPr>
            <p:cNvSpPr/>
            <p:nvPr/>
          </p:nvSpPr>
          <p:spPr bwMode="gray">
            <a:xfrm>
              <a:off x="2204049" y="5270500"/>
              <a:ext cx="1758766" cy="672230"/>
            </a:xfrm>
            <a:custGeom>
              <a:avLst/>
              <a:gdLst>
                <a:gd name="csX0" fmla="*/ 0 w 1758766"/>
                <a:gd name="csY0" fmla="*/ 0 h 672230"/>
                <a:gd name="csX1" fmla="*/ 586255 w 1758766"/>
                <a:gd name="csY1" fmla="*/ 0 h 672230"/>
                <a:gd name="csX2" fmla="*/ 1137335 w 1758766"/>
                <a:gd name="csY2" fmla="*/ 0 h 672230"/>
                <a:gd name="csX3" fmla="*/ 1758766 w 1758766"/>
                <a:gd name="csY3" fmla="*/ 0 h 672230"/>
                <a:gd name="csX4" fmla="*/ 1758766 w 1758766"/>
                <a:gd name="csY4" fmla="*/ 342837 h 672230"/>
                <a:gd name="csX5" fmla="*/ 1758766 w 1758766"/>
                <a:gd name="csY5" fmla="*/ 672230 h 672230"/>
                <a:gd name="csX6" fmla="*/ 1137335 w 1758766"/>
                <a:gd name="csY6" fmla="*/ 672230 h 672230"/>
                <a:gd name="csX7" fmla="*/ 551080 w 1758766"/>
                <a:gd name="csY7" fmla="*/ 672230 h 672230"/>
                <a:gd name="csX8" fmla="*/ 0 w 1758766"/>
                <a:gd name="csY8" fmla="*/ 672230 h 672230"/>
                <a:gd name="csX9" fmla="*/ 0 w 1758766"/>
                <a:gd name="csY9" fmla="*/ 349560 h 672230"/>
                <a:gd name="csX10" fmla="*/ 0 w 1758766"/>
                <a:gd name="csY10" fmla="*/ 0 h 6722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758766" h="672230" extrusionOk="0">
                  <a:moveTo>
                    <a:pt x="0" y="0"/>
                  </a:moveTo>
                  <a:cubicBezTo>
                    <a:pt x="154050" y="-24572"/>
                    <a:pt x="417422" y="44345"/>
                    <a:pt x="586255" y="0"/>
                  </a:cubicBezTo>
                  <a:cubicBezTo>
                    <a:pt x="755089" y="-44345"/>
                    <a:pt x="987276" y="29097"/>
                    <a:pt x="1137335" y="0"/>
                  </a:cubicBezTo>
                  <a:cubicBezTo>
                    <a:pt x="1287394" y="-29097"/>
                    <a:pt x="1541400" y="51429"/>
                    <a:pt x="1758766" y="0"/>
                  </a:cubicBezTo>
                  <a:cubicBezTo>
                    <a:pt x="1763624" y="92494"/>
                    <a:pt x="1747397" y="236954"/>
                    <a:pt x="1758766" y="342837"/>
                  </a:cubicBezTo>
                  <a:cubicBezTo>
                    <a:pt x="1770135" y="448720"/>
                    <a:pt x="1724034" y="542811"/>
                    <a:pt x="1758766" y="672230"/>
                  </a:cubicBezTo>
                  <a:cubicBezTo>
                    <a:pt x="1597470" y="693493"/>
                    <a:pt x="1264945" y="621993"/>
                    <a:pt x="1137335" y="672230"/>
                  </a:cubicBezTo>
                  <a:cubicBezTo>
                    <a:pt x="1009725" y="722467"/>
                    <a:pt x="790115" y="616438"/>
                    <a:pt x="551080" y="672230"/>
                  </a:cubicBezTo>
                  <a:cubicBezTo>
                    <a:pt x="312045" y="728022"/>
                    <a:pt x="219715" y="615483"/>
                    <a:pt x="0" y="672230"/>
                  </a:cubicBezTo>
                  <a:cubicBezTo>
                    <a:pt x="-22983" y="513671"/>
                    <a:pt x="27213" y="415285"/>
                    <a:pt x="0" y="349560"/>
                  </a:cubicBezTo>
                  <a:cubicBezTo>
                    <a:pt x="-27213" y="283835"/>
                    <a:pt x="3314" y="141973"/>
                    <a:pt x="0" y="0"/>
                  </a:cubicBezTo>
                  <a:close/>
                </a:path>
              </a:pathLst>
            </a:custGeom>
            <a:noFill/>
            <a:ln w="12700">
              <a:solidFill>
                <a:srgbClr val="10384F"/>
              </a:solidFill>
              <a:extLst>
                <a:ext uri="{C807C97D-BFC1-408E-A445-0C87EB9F89A2}">
                  <ask:lineSketchStyleProps xmlns:ask="http://schemas.microsoft.com/office/drawing/2018/sketchyshapes" sd="1866616252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endParaRPr lang="pt-BR" sz="1300" b="0" i="0" u="none" baseline="0" dirty="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0" name="Subtítulo 17">
              <a:extLst>
                <a:ext uri="{FF2B5EF4-FFF2-40B4-BE49-F238E27FC236}">
                  <a16:creationId xmlns:a16="http://schemas.microsoft.com/office/drawing/2014/main" id="{3EBFD7F9-0DDF-F7A2-ECCF-A1F1F3B4425D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2292534" y="5358917"/>
              <a:ext cx="1670281" cy="510383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0" indent="0" algn="l" defTabSz="914400" rtl="0" eaLnBrk="1" latinLnBrk="0" hangingPunct="1">
                <a:spcBef>
                  <a:spcPts val="120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5pPr>
              <a:lvl6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BR" sz="1300" dirty="0"/>
                <a:t>Instalada luva de vidro</a:t>
              </a:r>
            </a:p>
            <a:p>
              <a:pPr algn="ctr"/>
              <a:endParaRPr lang="pt-BR" sz="1300" dirty="0"/>
            </a:p>
          </p:txBody>
        </p:sp>
      </p:grpSp>
      <p:grpSp>
        <p:nvGrpSpPr>
          <p:cNvPr id="68" name="Agrupar 67">
            <a:extLst>
              <a:ext uri="{FF2B5EF4-FFF2-40B4-BE49-F238E27FC236}">
                <a16:creationId xmlns:a16="http://schemas.microsoft.com/office/drawing/2014/main" id="{50910338-F17A-71C3-6062-933BFDC9FA35}"/>
              </a:ext>
            </a:extLst>
          </p:cNvPr>
          <p:cNvGrpSpPr/>
          <p:nvPr/>
        </p:nvGrpSpPr>
        <p:grpSpPr>
          <a:xfrm>
            <a:off x="5429658" y="5082291"/>
            <a:ext cx="1331096" cy="516905"/>
            <a:chOff x="2204049" y="5270500"/>
            <a:chExt cx="1758766" cy="672230"/>
          </a:xfrm>
        </p:grpSpPr>
        <p:sp>
          <p:nvSpPr>
            <p:cNvPr id="69" name="Retângulo 68">
              <a:extLst>
                <a:ext uri="{FF2B5EF4-FFF2-40B4-BE49-F238E27FC236}">
                  <a16:creationId xmlns:a16="http://schemas.microsoft.com/office/drawing/2014/main" id="{735F8C2D-CA32-6E79-61BF-9CAE72D8BFD4}"/>
                </a:ext>
              </a:extLst>
            </p:cNvPr>
            <p:cNvSpPr/>
            <p:nvPr/>
          </p:nvSpPr>
          <p:spPr bwMode="gray">
            <a:xfrm>
              <a:off x="2204049" y="5270500"/>
              <a:ext cx="1758766" cy="672230"/>
            </a:xfrm>
            <a:custGeom>
              <a:avLst/>
              <a:gdLst>
                <a:gd name="csX0" fmla="*/ 0 w 1758766"/>
                <a:gd name="csY0" fmla="*/ 0 h 672230"/>
                <a:gd name="csX1" fmla="*/ 586255 w 1758766"/>
                <a:gd name="csY1" fmla="*/ 0 h 672230"/>
                <a:gd name="csX2" fmla="*/ 1137335 w 1758766"/>
                <a:gd name="csY2" fmla="*/ 0 h 672230"/>
                <a:gd name="csX3" fmla="*/ 1758766 w 1758766"/>
                <a:gd name="csY3" fmla="*/ 0 h 672230"/>
                <a:gd name="csX4" fmla="*/ 1758766 w 1758766"/>
                <a:gd name="csY4" fmla="*/ 342837 h 672230"/>
                <a:gd name="csX5" fmla="*/ 1758766 w 1758766"/>
                <a:gd name="csY5" fmla="*/ 672230 h 672230"/>
                <a:gd name="csX6" fmla="*/ 1137335 w 1758766"/>
                <a:gd name="csY6" fmla="*/ 672230 h 672230"/>
                <a:gd name="csX7" fmla="*/ 551080 w 1758766"/>
                <a:gd name="csY7" fmla="*/ 672230 h 672230"/>
                <a:gd name="csX8" fmla="*/ 0 w 1758766"/>
                <a:gd name="csY8" fmla="*/ 672230 h 672230"/>
                <a:gd name="csX9" fmla="*/ 0 w 1758766"/>
                <a:gd name="csY9" fmla="*/ 349560 h 672230"/>
                <a:gd name="csX10" fmla="*/ 0 w 1758766"/>
                <a:gd name="csY10" fmla="*/ 0 h 6722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758766" h="672230" extrusionOk="0">
                  <a:moveTo>
                    <a:pt x="0" y="0"/>
                  </a:moveTo>
                  <a:cubicBezTo>
                    <a:pt x="154050" y="-24572"/>
                    <a:pt x="417422" y="44345"/>
                    <a:pt x="586255" y="0"/>
                  </a:cubicBezTo>
                  <a:cubicBezTo>
                    <a:pt x="755089" y="-44345"/>
                    <a:pt x="987276" y="29097"/>
                    <a:pt x="1137335" y="0"/>
                  </a:cubicBezTo>
                  <a:cubicBezTo>
                    <a:pt x="1287394" y="-29097"/>
                    <a:pt x="1541400" y="51429"/>
                    <a:pt x="1758766" y="0"/>
                  </a:cubicBezTo>
                  <a:cubicBezTo>
                    <a:pt x="1763624" y="92494"/>
                    <a:pt x="1747397" y="236954"/>
                    <a:pt x="1758766" y="342837"/>
                  </a:cubicBezTo>
                  <a:cubicBezTo>
                    <a:pt x="1770135" y="448720"/>
                    <a:pt x="1724034" y="542811"/>
                    <a:pt x="1758766" y="672230"/>
                  </a:cubicBezTo>
                  <a:cubicBezTo>
                    <a:pt x="1597470" y="693493"/>
                    <a:pt x="1264945" y="621993"/>
                    <a:pt x="1137335" y="672230"/>
                  </a:cubicBezTo>
                  <a:cubicBezTo>
                    <a:pt x="1009725" y="722467"/>
                    <a:pt x="790115" y="616438"/>
                    <a:pt x="551080" y="672230"/>
                  </a:cubicBezTo>
                  <a:cubicBezTo>
                    <a:pt x="312045" y="728022"/>
                    <a:pt x="219715" y="615483"/>
                    <a:pt x="0" y="672230"/>
                  </a:cubicBezTo>
                  <a:cubicBezTo>
                    <a:pt x="-22983" y="513671"/>
                    <a:pt x="27213" y="415285"/>
                    <a:pt x="0" y="349560"/>
                  </a:cubicBezTo>
                  <a:cubicBezTo>
                    <a:pt x="-27213" y="283835"/>
                    <a:pt x="3314" y="141973"/>
                    <a:pt x="0" y="0"/>
                  </a:cubicBezTo>
                  <a:close/>
                </a:path>
              </a:pathLst>
            </a:custGeom>
            <a:noFill/>
            <a:ln w="12700">
              <a:solidFill>
                <a:srgbClr val="10384F"/>
              </a:solidFill>
              <a:extLst>
                <a:ext uri="{C807C97D-BFC1-408E-A445-0C87EB9F89A2}">
                  <ask:lineSketchStyleProps xmlns:ask="http://schemas.microsoft.com/office/drawing/2018/sketchyshapes" sd="1866616252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endParaRPr lang="pt-BR" sz="1300" b="0" i="0" u="none" baseline="0" dirty="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0" name="Subtítulo 17">
              <a:extLst>
                <a:ext uri="{FF2B5EF4-FFF2-40B4-BE49-F238E27FC236}">
                  <a16:creationId xmlns:a16="http://schemas.microsoft.com/office/drawing/2014/main" id="{E91AA71A-106D-5255-CC33-C95201BAA406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2292534" y="5358917"/>
              <a:ext cx="1670281" cy="510383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0" indent="0" algn="l" defTabSz="914400" rtl="0" eaLnBrk="1" latinLnBrk="0" hangingPunct="1">
                <a:spcBef>
                  <a:spcPts val="120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5pPr>
              <a:lvl6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BR" sz="1300" dirty="0"/>
                <a:t>Falha no bocal do radar DN12 </a:t>
              </a:r>
            </a:p>
            <a:p>
              <a:pPr algn="ctr"/>
              <a:endParaRPr lang="pt-BR" sz="1300" dirty="0"/>
            </a:p>
          </p:txBody>
        </p:sp>
      </p:grpSp>
      <p:grpSp>
        <p:nvGrpSpPr>
          <p:cNvPr id="72" name="Agrupar 71">
            <a:extLst>
              <a:ext uri="{FF2B5EF4-FFF2-40B4-BE49-F238E27FC236}">
                <a16:creationId xmlns:a16="http://schemas.microsoft.com/office/drawing/2014/main" id="{246A8CDB-608F-B66E-3550-742D367273EB}"/>
              </a:ext>
            </a:extLst>
          </p:cNvPr>
          <p:cNvGrpSpPr/>
          <p:nvPr/>
        </p:nvGrpSpPr>
        <p:grpSpPr>
          <a:xfrm>
            <a:off x="6967464" y="5344726"/>
            <a:ext cx="1331096" cy="846968"/>
            <a:chOff x="2204049" y="5270500"/>
            <a:chExt cx="1758766" cy="672230"/>
          </a:xfrm>
        </p:grpSpPr>
        <p:sp>
          <p:nvSpPr>
            <p:cNvPr id="74" name="Retângulo 73">
              <a:extLst>
                <a:ext uri="{FF2B5EF4-FFF2-40B4-BE49-F238E27FC236}">
                  <a16:creationId xmlns:a16="http://schemas.microsoft.com/office/drawing/2014/main" id="{66246ABA-4B0A-0A9A-80D3-282DBAC97D2D}"/>
                </a:ext>
              </a:extLst>
            </p:cNvPr>
            <p:cNvSpPr/>
            <p:nvPr/>
          </p:nvSpPr>
          <p:spPr bwMode="gray">
            <a:xfrm>
              <a:off x="2204049" y="5270500"/>
              <a:ext cx="1758766" cy="672230"/>
            </a:xfrm>
            <a:custGeom>
              <a:avLst/>
              <a:gdLst>
                <a:gd name="csX0" fmla="*/ 0 w 1758766"/>
                <a:gd name="csY0" fmla="*/ 0 h 672230"/>
                <a:gd name="csX1" fmla="*/ 586255 w 1758766"/>
                <a:gd name="csY1" fmla="*/ 0 h 672230"/>
                <a:gd name="csX2" fmla="*/ 1137335 w 1758766"/>
                <a:gd name="csY2" fmla="*/ 0 h 672230"/>
                <a:gd name="csX3" fmla="*/ 1758766 w 1758766"/>
                <a:gd name="csY3" fmla="*/ 0 h 672230"/>
                <a:gd name="csX4" fmla="*/ 1758766 w 1758766"/>
                <a:gd name="csY4" fmla="*/ 342837 h 672230"/>
                <a:gd name="csX5" fmla="*/ 1758766 w 1758766"/>
                <a:gd name="csY5" fmla="*/ 672230 h 672230"/>
                <a:gd name="csX6" fmla="*/ 1137335 w 1758766"/>
                <a:gd name="csY6" fmla="*/ 672230 h 672230"/>
                <a:gd name="csX7" fmla="*/ 551080 w 1758766"/>
                <a:gd name="csY7" fmla="*/ 672230 h 672230"/>
                <a:gd name="csX8" fmla="*/ 0 w 1758766"/>
                <a:gd name="csY8" fmla="*/ 672230 h 672230"/>
                <a:gd name="csX9" fmla="*/ 0 w 1758766"/>
                <a:gd name="csY9" fmla="*/ 349560 h 672230"/>
                <a:gd name="csX10" fmla="*/ 0 w 1758766"/>
                <a:gd name="csY10" fmla="*/ 0 h 6722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758766" h="672230" extrusionOk="0">
                  <a:moveTo>
                    <a:pt x="0" y="0"/>
                  </a:moveTo>
                  <a:cubicBezTo>
                    <a:pt x="154050" y="-24572"/>
                    <a:pt x="417422" y="44345"/>
                    <a:pt x="586255" y="0"/>
                  </a:cubicBezTo>
                  <a:cubicBezTo>
                    <a:pt x="755089" y="-44345"/>
                    <a:pt x="987276" y="29097"/>
                    <a:pt x="1137335" y="0"/>
                  </a:cubicBezTo>
                  <a:cubicBezTo>
                    <a:pt x="1287394" y="-29097"/>
                    <a:pt x="1541400" y="51429"/>
                    <a:pt x="1758766" y="0"/>
                  </a:cubicBezTo>
                  <a:cubicBezTo>
                    <a:pt x="1763624" y="92494"/>
                    <a:pt x="1747397" y="236954"/>
                    <a:pt x="1758766" y="342837"/>
                  </a:cubicBezTo>
                  <a:cubicBezTo>
                    <a:pt x="1770135" y="448720"/>
                    <a:pt x="1724034" y="542811"/>
                    <a:pt x="1758766" y="672230"/>
                  </a:cubicBezTo>
                  <a:cubicBezTo>
                    <a:pt x="1597470" y="693493"/>
                    <a:pt x="1264945" y="621993"/>
                    <a:pt x="1137335" y="672230"/>
                  </a:cubicBezTo>
                  <a:cubicBezTo>
                    <a:pt x="1009725" y="722467"/>
                    <a:pt x="790115" y="616438"/>
                    <a:pt x="551080" y="672230"/>
                  </a:cubicBezTo>
                  <a:cubicBezTo>
                    <a:pt x="312045" y="728022"/>
                    <a:pt x="219715" y="615483"/>
                    <a:pt x="0" y="672230"/>
                  </a:cubicBezTo>
                  <a:cubicBezTo>
                    <a:pt x="-22983" y="513671"/>
                    <a:pt x="27213" y="415285"/>
                    <a:pt x="0" y="349560"/>
                  </a:cubicBezTo>
                  <a:cubicBezTo>
                    <a:pt x="-27213" y="283835"/>
                    <a:pt x="3314" y="141973"/>
                    <a:pt x="0" y="0"/>
                  </a:cubicBezTo>
                  <a:close/>
                </a:path>
              </a:pathLst>
            </a:custGeom>
            <a:noFill/>
            <a:ln w="12700">
              <a:solidFill>
                <a:srgbClr val="10384F"/>
              </a:solidFill>
              <a:extLst>
                <a:ext uri="{C807C97D-BFC1-408E-A445-0C87EB9F89A2}">
                  <ask:lineSketchStyleProps xmlns:ask="http://schemas.microsoft.com/office/drawing/2018/sketchyshapes" sd="1866616252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endParaRPr lang="pt-BR" sz="1300" b="0" i="0" u="none" baseline="0" dirty="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5" name="Subtítulo 17">
              <a:extLst>
                <a:ext uri="{FF2B5EF4-FFF2-40B4-BE49-F238E27FC236}">
                  <a16:creationId xmlns:a16="http://schemas.microsoft.com/office/drawing/2014/main" id="{80355771-3476-E88A-52CA-D1047236A370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2292534" y="5358917"/>
              <a:ext cx="1670281" cy="510383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0" indent="0" algn="l" defTabSz="914400" rtl="0" eaLnBrk="1" latinLnBrk="0" hangingPunct="1">
                <a:spcBef>
                  <a:spcPts val="120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5pPr>
              <a:lvl6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BR" sz="1300" dirty="0"/>
                <a:t>Falha no bocal de alimentação (vindo do hidro)</a:t>
              </a:r>
            </a:p>
            <a:p>
              <a:pPr algn="ctr"/>
              <a:endParaRPr lang="pt-BR" sz="1300" dirty="0"/>
            </a:p>
          </p:txBody>
        </p:sp>
      </p:grpSp>
      <p:sp>
        <p:nvSpPr>
          <p:cNvPr id="2" name="Retângulo 1">
            <a:extLst>
              <a:ext uri="{FF2B5EF4-FFF2-40B4-BE49-F238E27FC236}">
                <a16:creationId xmlns:a16="http://schemas.microsoft.com/office/drawing/2014/main" id="{541F7AAC-E309-76E3-552B-E29D96F1D96D}"/>
              </a:ext>
            </a:extLst>
          </p:cNvPr>
          <p:cNvSpPr/>
          <p:nvPr/>
        </p:nvSpPr>
        <p:spPr bwMode="gray">
          <a:xfrm>
            <a:off x="3778872" y="3404483"/>
            <a:ext cx="863855" cy="7774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pt-BR" sz="1800" b="0" i="0" u="none" baseline="0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5829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0F6B6-9A9B-31C9-CF35-414E8E114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95B93EEE-9701-4179-D8C2-CD055FAB3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Histórico de falha nos reatores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02B5F2D-5B2B-56E9-46CF-86E604522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/// Bayer 16:9 Template Chart Pool /// September 2019</a:t>
            </a:r>
            <a:endParaRPr lang="en-US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6E84E77-B946-D398-2E4C-E5E51038F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D9179-7A6B-4268-BEB2-F3B8EB06115B}" type="slidenum">
              <a:rPr lang="en-US" smtClean="0"/>
              <a:t>4</a:t>
            </a:fld>
            <a:endParaRPr lang="en-US" dirty="0"/>
          </a:p>
        </p:txBody>
      </p:sp>
      <p:sp>
        <p:nvSpPr>
          <p:cNvPr id="18" name="Subtítulo 17">
            <a:extLst>
              <a:ext uri="{FF2B5EF4-FFF2-40B4-BE49-F238E27FC236}">
                <a16:creationId xmlns:a16="http://schemas.microsoft.com/office/drawing/2014/main" id="{9C35E538-7932-D4DF-ACE8-C2E35B5E08FD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pt-BR" dirty="0"/>
              <a:t>Linha do tempo</a:t>
            </a:r>
          </a:p>
          <a:p>
            <a:endParaRPr lang="pt-BR" dirty="0"/>
          </a:p>
        </p:txBody>
      </p: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1F6C0985-9639-445D-3001-F9344490D72C}"/>
              </a:ext>
            </a:extLst>
          </p:cNvPr>
          <p:cNvCxnSpPr>
            <a:cxnSpLocks/>
          </p:cNvCxnSpPr>
          <p:nvPr/>
        </p:nvCxnSpPr>
        <p:spPr bwMode="gray">
          <a:xfrm>
            <a:off x="1015176" y="2755469"/>
            <a:ext cx="9897088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grpSp>
        <p:nvGrpSpPr>
          <p:cNvPr id="57" name="Agrupar 56">
            <a:extLst>
              <a:ext uri="{FF2B5EF4-FFF2-40B4-BE49-F238E27FC236}">
                <a16:creationId xmlns:a16="http://schemas.microsoft.com/office/drawing/2014/main" id="{FCA04A00-5862-CFB4-0F86-9537DA8B197D}"/>
              </a:ext>
            </a:extLst>
          </p:cNvPr>
          <p:cNvGrpSpPr/>
          <p:nvPr/>
        </p:nvGrpSpPr>
        <p:grpSpPr>
          <a:xfrm>
            <a:off x="8458046" y="2275058"/>
            <a:ext cx="1188874" cy="2508928"/>
            <a:chOff x="7276946" y="2275058"/>
            <a:chExt cx="1188874" cy="2508928"/>
          </a:xfrm>
        </p:grpSpPr>
        <p:grpSp>
          <p:nvGrpSpPr>
            <p:cNvPr id="94" name="Agrupar 93">
              <a:extLst>
                <a:ext uri="{FF2B5EF4-FFF2-40B4-BE49-F238E27FC236}">
                  <a16:creationId xmlns:a16="http://schemas.microsoft.com/office/drawing/2014/main" id="{5FB22078-F95E-A148-05BF-CA77BC692476}"/>
                </a:ext>
              </a:extLst>
            </p:cNvPr>
            <p:cNvGrpSpPr/>
            <p:nvPr/>
          </p:nvGrpSpPr>
          <p:grpSpPr>
            <a:xfrm>
              <a:off x="7356629" y="2715005"/>
              <a:ext cx="1059476" cy="2068981"/>
              <a:chOff x="2248755" y="2538835"/>
              <a:chExt cx="1059476" cy="2068981"/>
            </a:xfrm>
          </p:grpSpPr>
          <p:cxnSp>
            <p:nvCxnSpPr>
              <p:cNvPr id="95" name="Conector reto 94">
                <a:extLst>
                  <a:ext uri="{FF2B5EF4-FFF2-40B4-BE49-F238E27FC236}">
                    <a16:creationId xmlns:a16="http://schemas.microsoft.com/office/drawing/2014/main" id="{CC6E7B31-E402-6F2D-0D19-2C57E9E72407}"/>
                  </a:ext>
                </a:extLst>
              </p:cNvPr>
              <p:cNvCxnSpPr>
                <a:cxnSpLocks/>
                <a:stCxn id="97" idx="2"/>
                <a:endCxn id="96" idx="0"/>
              </p:cNvCxnSpPr>
              <p:nvPr/>
            </p:nvCxnSpPr>
            <p:spPr bwMode="gray">
              <a:xfrm>
                <a:off x="2763509" y="2538835"/>
                <a:ext cx="14984" cy="1393779"/>
              </a:xfrm>
              <a:prstGeom prst="line">
                <a:avLst/>
              </a:prstGeom>
              <a:ln w="6350">
                <a:solidFill>
                  <a:schemeClr val="accent2"/>
                </a:solidFill>
                <a:headEnd type="oval" w="med" len="med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6" name="Subtítulo 17">
                <a:extLst>
                  <a:ext uri="{FF2B5EF4-FFF2-40B4-BE49-F238E27FC236}">
                    <a16:creationId xmlns:a16="http://schemas.microsoft.com/office/drawing/2014/main" id="{B60882CA-A523-884E-34F4-B03CF05FAC8B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2248755" y="3932614"/>
                <a:ext cx="1059476" cy="675202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Autofit/>
              </a:bodyPr>
              <a:lstStyle>
                <a:lvl1pPr marL="0" indent="0" algn="l" defTabSz="914400" rtl="0" eaLnBrk="1" latinLnBrk="0" hangingPunct="1">
                  <a:spcBef>
                    <a:spcPts val="1200"/>
                  </a:spcBef>
                  <a:spcAft>
                    <a:spcPts val="600"/>
                  </a:spcAft>
                  <a:buFont typeface="Arial" panose="020B0604020202020204" pitchFamily="34" charset="0"/>
                  <a:buNone/>
                  <a:defRPr sz="18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1pPr>
                <a:lvl2pPr marL="0" indent="0" algn="l" defTabSz="914400" rtl="0" eaLnBrk="1" latinLnBrk="0" hangingPunct="1">
                  <a:spcBef>
                    <a:spcPts val="300"/>
                  </a:spcBef>
                  <a:spcAft>
                    <a:spcPts val="600"/>
                  </a:spcAft>
                  <a:buFontTx/>
                  <a:buNone/>
                  <a:defRPr sz="18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2pPr>
                <a:lvl3pPr marL="0" indent="0" algn="l" defTabSz="914400" rtl="0" eaLnBrk="1" latinLnBrk="0" hangingPunct="1">
                  <a:spcBef>
                    <a:spcPts val="300"/>
                  </a:spcBef>
                  <a:spcAft>
                    <a:spcPts val="600"/>
                  </a:spcAft>
                  <a:buFontTx/>
                  <a:buNone/>
                  <a:defRPr sz="18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3pPr>
                <a:lvl4pPr marL="0" indent="0" algn="l" defTabSz="914400" rtl="0" eaLnBrk="1" latinLnBrk="0" hangingPunct="1">
                  <a:spcBef>
                    <a:spcPts val="300"/>
                  </a:spcBef>
                  <a:spcAft>
                    <a:spcPts val="600"/>
                  </a:spcAft>
                  <a:buFontTx/>
                  <a:buNone/>
                  <a:defRPr sz="18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4pPr>
                <a:lvl5pPr marL="0" indent="0" algn="l" defTabSz="914400" rtl="0" eaLnBrk="1" latinLnBrk="0" hangingPunct="1">
                  <a:spcBef>
                    <a:spcPts val="300"/>
                  </a:spcBef>
                  <a:spcAft>
                    <a:spcPts val="600"/>
                  </a:spcAft>
                  <a:buFontTx/>
                  <a:buNone/>
                  <a:defRPr sz="18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spcBef>
                    <a:spcPts val="300"/>
                  </a:spcBef>
                  <a:spcAft>
                    <a:spcPts val="600"/>
                  </a:spcAft>
                  <a:buFontTx/>
                  <a:buNone/>
                  <a:defRPr sz="18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spcBef>
                    <a:spcPts val="300"/>
                  </a:spcBef>
                  <a:spcAft>
                    <a:spcPts val="600"/>
                  </a:spcAft>
                  <a:buFontTx/>
                  <a:buNone/>
                  <a:defRPr sz="18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spcBef>
                    <a:spcPts val="300"/>
                  </a:spcBef>
                  <a:spcAft>
                    <a:spcPts val="600"/>
                  </a:spcAft>
                  <a:buFontTx/>
                  <a:buNone/>
                  <a:defRPr sz="18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spcBef>
                    <a:spcPts val="300"/>
                  </a:spcBef>
                  <a:spcAft>
                    <a:spcPts val="600"/>
                  </a:spcAft>
                  <a:buFontTx/>
                  <a:buNone/>
                  <a:defRPr sz="18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endParaRPr lang="pt-BR" sz="1200" dirty="0"/>
              </a:p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pt-BR" sz="1200" dirty="0"/>
                  <a:t>25/05</a:t>
                </a:r>
              </a:p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pt-BR" sz="1400" dirty="0">
                    <a:solidFill>
                      <a:srgbClr val="00BCFF"/>
                    </a:solidFill>
                  </a:rPr>
                  <a:t>Troca de reator</a:t>
                </a:r>
                <a:endParaRPr lang="pt-BR" dirty="0">
                  <a:solidFill>
                    <a:srgbClr val="00BCFF"/>
                  </a:solidFill>
                </a:endParaRPr>
              </a:p>
            </p:txBody>
          </p:sp>
        </p:grpSp>
        <p:sp>
          <p:nvSpPr>
            <p:cNvPr id="97" name="Retângulo 96">
              <a:extLst>
                <a:ext uri="{FF2B5EF4-FFF2-40B4-BE49-F238E27FC236}">
                  <a16:creationId xmlns:a16="http://schemas.microsoft.com/office/drawing/2014/main" id="{851D8D75-91DA-A4A7-706A-605E367040D7}"/>
                </a:ext>
              </a:extLst>
            </p:cNvPr>
            <p:cNvSpPr/>
            <p:nvPr/>
          </p:nvSpPr>
          <p:spPr bwMode="gray">
            <a:xfrm>
              <a:off x="7276946" y="2275058"/>
              <a:ext cx="1188874" cy="43994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pt-BR" sz="1800" b="0" i="0" u="none" baseline="0" dirty="0">
                  <a:solidFill>
                    <a:srgbClr val="FFFFFF"/>
                  </a:solidFill>
                  <a:latin typeface="Arial" panose="020B0604020202020204" pitchFamily="34" charset="0"/>
                </a:rPr>
                <a:t>2020</a:t>
              </a:r>
            </a:p>
          </p:txBody>
        </p:sp>
      </p:grpSp>
      <p:sp>
        <p:nvSpPr>
          <p:cNvPr id="109" name="Subtítulo 17">
            <a:extLst>
              <a:ext uri="{FF2B5EF4-FFF2-40B4-BE49-F238E27FC236}">
                <a16:creationId xmlns:a16="http://schemas.microsoft.com/office/drawing/2014/main" id="{254FB599-E953-5363-7FC3-942C1BB2E38C}"/>
              </a:ext>
            </a:extLst>
          </p:cNvPr>
          <p:cNvSpPr txBox="1">
            <a:spLocks/>
          </p:cNvSpPr>
          <p:nvPr/>
        </p:nvSpPr>
        <p:spPr bwMode="gray">
          <a:xfrm>
            <a:off x="981821" y="1754837"/>
            <a:ext cx="10798461" cy="252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ts val="300"/>
              </a:spcBef>
              <a:spcAft>
                <a:spcPts val="600"/>
              </a:spcAft>
              <a:buFontTx/>
              <a:buNone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spcBef>
                <a:spcPts val="300"/>
              </a:spcBef>
              <a:spcAft>
                <a:spcPts val="600"/>
              </a:spcAft>
              <a:buFontTx/>
              <a:buNone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spcBef>
                <a:spcPts val="300"/>
              </a:spcBef>
              <a:spcAft>
                <a:spcPts val="600"/>
              </a:spcAft>
              <a:buFontTx/>
              <a:buNone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spcBef>
                <a:spcPts val="300"/>
              </a:spcBef>
              <a:spcAft>
                <a:spcPts val="600"/>
              </a:spcAft>
              <a:buFontTx/>
              <a:buNone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spcBef>
                <a:spcPts val="300"/>
              </a:spcBef>
              <a:spcAft>
                <a:spcPts val="600"/>
              </a:spcAft>
              <a:buFontTx/>
              <a:buNone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spcBef>
                <a:spcPts val="300"/>
              </a:spcBef>
              <a:spcAft>
                <a:spcPts val="600"/>
              </a:spcAft>
              <a:buFontTx/>
              <a:buNone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spcBef>
                <a:spcPts val="300"/>
              </a:spcBef>
              <a:spcAft>
                <a:spcPts val="600"/>
              </a:spcAft>
              <a:buFontTx/>
              <a:buNone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spcBef>
                <a:spcPts val="300"/>
              </a:spcBef>
              <a:spcAft>
                <a:spcPts val="600"/>
              </a:spcAft>
              <a:buFontTx/>
              <a:buNone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1" dirty="0"/>
              <a:t>Reator#3</a:t>
            </a:r>
          </a:p>
          <a:p>
            <a:endParaRPr lang="pt-BR" dirty="0"/>
          </a:p>
        </p:txBody>
      </p:sp>
      <p:sp>
        <p:nvSpPr>
          <p:cNvPr id="111" name="CaixaDeTexto 110">
            <a:extLst>
              <a:ext uri="{FF2B5EF4-FFF2-40B4-BE49-F238E27FC236}">
                <a16:creationId xmlns:a16="http://schemas.microsoft.com/office/drawing/2014/main" id="{208F1AAC-A2C7-73FC-803E-4A4860EEFBF7}"/>
              </a:ext>
            </a:extLst>
          </p:cNvPr>
          <p:cNvSpPr txBox="1"/>
          <p:nvPr/>
        </p:nvSpPr>
        <p:spPr bwMode="gray">
          <a:xfrm>
            <a:off x="8590588" y="6191694"/>
            <a:ext cx="2554717" cy="31093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800" b="0" i="0" u="none" baseline="0" dirty="0">
                <a:solidFill>
                  <a:srgbClr val="000000"/>
                </a:solidFill>
                <a:latin typeface="Arial" panose="020B0604020202020204" pitchFamily="34" charset="0"/>
              </a:rPr>
              <a:t>8 eventos mapeados</a:t>
            </a:r>
          </a:p>
        </p:txBody>
      </p:sp>
      <p:grpSp>
        <p:nvGrpSpPr>
          <p:cNvPr id="35" name="Agrupar 34">
            <a:extLst>
              <a:ext uri="{FF2B5EF4-FFF2-40B4-BE49-F238E27FC236}">
                <a16:creationId xmlns:a16="http://schemas.microsoft.com/office/drawing/2014/main" id="{2483C5A1-2EAD-F931-6C75-89A38FB0A679}"/>
              </a:ext>
            </a:extLst>
          </p:cNvPr>
          <p:cNvGrpSpPr/>
          <p:nvPr/>
        </p:nvGrpSpPr>
        <p:grpSpPr>
          <a:xfrm>
            <a:off x="3558483" y="2275058"/>
            <a:ext cx="2351292" cy="2292280"/>
            <a:chOff x="3674952" y="2252318"/>
            <a:chExt cx="2351292" cy="2292280"/>
          </a:xfrm>
        </p:grpSpPr>
        <p:grpSp>
          <p:nvGrpSpPr>
            <p:cNvPr id="31" name="Agrupar 30">
              <a:extLst>
                <a:ext uri="{FF2B5EF4-FFF2-40B4-BE49-F238E27FC236}">
                  <a16:creationId xmlns:a16="http://schemas.microsoft.com/office/drawing/2014/main" id="{826DC33D-29F5-355E-AFA8-D760255CF80A}"/>
                </a:ext>
              </a:extLst>
            </p:cNvPr>
            <p:cNvGrpSpPr/>
            <p:nvPr/>
          </p:nvGrpSpPr>
          <p:grpSpPr>
            <a:xfrm>
              <a:off x="3674952" y="2706152"/>
              <a:ext cx="1059476" cy="1491893"/>
              <a:chOff x="3370152" y="2706152"/>
              <a:chExt cx="1059476" cy="1491893"/>
            </a:xfrm>
          </p:grpSpPr>
          <p:cxnSp>
            <p:nvCxnSpPr>
              <p:cNvPr id="65" name="Conector reto 64">
                <a:extLst>
                  <a:ext uri="{FF2B5EF4-FFF2-40B4-BE49-F238E27FC236}">
                    <a16:creationId xmlns:a16="http://schemas.microsoft.com/office/drawing/2014/main" id="{9953D4B0-E7FB-21F7-0472-AB0F8AA88FF5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3861599" y="2706152"/>
                <a:ext cx="4793" cy="832583"/>
              </a:xfrm>
              <a:prstGeom prst="line">
                <a:avLst/>
              </a:prstGeom>
              <a:ln w="6350">
                <a:solidFill>
                  <a:schemeClr val="accent2"/>
                </a:solidFill>
                <a:headEnd type="oval" w="med" len="med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6" name="Subtítulo 17">
                <a:extLst>
                  <a:ext uri="{FF2B5EF4-FFF2-40B4-BE49-F238E27FC236}">
                    <a16:creationId xmlns:a16="http://schemas.microsoft.com/office/drawing/2014/main" id="{E69871CA-7BDC-AC11-9BF0-43E441D77BF0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3370152" y="3522843"/>
                <a:ext cx="1059476" cy="675202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Autofit/>
              </a:bodyPr>
              <a:lstStyle>
                <a:lvl1pPr marL="0" indent="0" algn="l" defTabSz="914400" rtl="0" eaLnBrk="1" latinLnBrk="0" hangingPunct="1">
                  <a:spcBef>
                    <a:spcPts val="1200"/>
                  </a:spcBef>
                  <a:spcAft>
                    <a:spcPts val="600"/>
                  </a:spcAft>
                  <a:buFont typeface="Arial" panose="020B0604020202020204" pitchFamily="34" charset="0"/>
                  <a:buNone/>
                  <a:defRPr sz="18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1pPr>
                <a:lvl2pPr marL="0" indent="0" algn="l" defTabSz="914400" rtl="0" eaLnBrk="1" latinLnBrk="0" hangingPunct="1">
                  <a:spcBef>
                    <a:spcPts val="300"/>
                  </a:spcBef>
                  <a:spcAft>
                    <a:spcPts val="600"/>
                  </a:spcAft>
                  <a:buFontTx/>
                  <a:buNone/>
                  <a:defRPr sz="18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2pPr>
                <a:lvl3pPr marL="0" indent="0" algn="l" defTabSz="914400" rtl="0" eaLnBrk="1" latinLnBrk="0" hangingPunct="1">
                  <a:spcBef>
                    <a:spcPts val="300"/>
                  </a:spcBef>
                  <a:spcAft>
                    <a:spcPts val="600"/>
                  </a:spcAft>
                  <a:buFontTx/>
                  <a:buNone/>
                  <a:defRPr sz="18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3pPr>
                <a:lvl4pPr marL="0" indent="0" algn="l" defTabSz="914400" rtl="0" eaLnBrk="1" latinLnBrk="0" hangingPunct="1">
                  <a:spcBef>
                    <a:spcPts val="300"/>
                  </a:spcBef>
                  <a:spcAft>
                    <a:spcPts val="600"/>
                  </a:spcAft>
                  <a:buFontTx/>
                  <a:buNone/>
                  <a:defRPr sz="18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4pPr>
                <a:lvl5pPr marL="0" indent="0" algn="l" defTabSz="914400" rtl="0" eaLnBrk="1" latinLnBrk="0" hangingPunct="1">
                  <a:spcBef>
                    <a:spcPts val="300"/>
                  </a:spcBef>
                  <a:spcAft>
                    <a:spcPts val="600"/>
                  </a:spcAft>
                  <a:buFontTx/>
                  <a:buNone/>
                  <a:defRPr sz="18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spcBef>
                    <a:spcPts val="300"/>
                  </a:spcBef>
                  <a:spcAft>
                    <a:spcPts val="600"/>
                  </a:spcAft>
                  <a:buFontTx/>
                  <a:buNone/>
                  <a:defRPr sz="18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spcBef>
                    <a:spcPts val="300"/>
                  </a:spcBef>
                  <a:spcAft>
                    <a:spcPts val="600"/>
                  </a:spcAft>
                  <a:buFontTx/>
                  <a:buNone/>
                  <a:defRPr sz="18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spcBef>
                    <a:spcPts val="300"/>
                  </a:spcBef>
                  <a:spcAft>
                    <a:spcPts val="600"/>
                  </a:spcAft>
                  <a:buFontTx/>
                  <a:buNone/>
                  <a:defRPr sz="18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spcBef>
                    <a:spcPts val="300"/>
                  </a:spcBef>
                  <a:spcAft>
                    <a:spcPts val="600"/>
                  </a:spcAft>
                  <a:buFontTx/>
                  <a:buNone/>
                  <a:defRPr sz="18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endParaRPr lang="pt-BR" sz="1200" dirty="0"/>
              </a:p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pt-BR" sz="1200" dirty="0"/>
                  <a:t>26/06</a:t>
                </a:r>
              </a:p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pt-BR" sz="1400" dirty="0">
                    <a:solidFill>
                      <a:srgbClr val="00BCFF"/>
                    </a:solidFill>
                  </a:rPr>
                  <a:t>Troca do reator</a:t>
                </a:r>
              </a:p>
            </p:txBody>
          </p:sp>
        </p:grpSp>
        <p:grpSp>
          <p:nvGrpSpPr>
            <p:cNvPr id="30" name="Agrupar 29">
              <a:extLst>
                <a:ext uri="{FF2B5EF4-FFF2-40B4-BE49-F238E27FC236}">
                  <a16:creationId xmlns:a16="http://schemas.microsoft.com/office/drawing/2014/main" id="{5CA4851E-3C70-419F-511C-AC0F0EF8B74F}"/>
                </a:ext>
              </a:extLst>
            </p:cNvPr>
            <p:cNvGrpSpPr/>
            <p:nvPr/>
          </p:nvGrpSpPr>
          <p:grpSpPr>
            <a:xfrm>
              <a:off x="4878443" y="2698231"/>
              <a:ext cx="1059476" cy="1846367"/>
              <a:chOff x="4307507" y="2708616"/>
              <a:chExt cx="1059476" cy="1846367"/>
            </a:xfrm>
          </p:grpSpPr>
          <p:cxnSp>
            <p:nvCxnSpPr>
              <p:cNvPr id="12" name="Conector reto 11">
                <a:extLst>
                  <a:ext uri="{FF2B5EF4-FFF2-40B4-BE49-F238E27FC236}">
                    <a16:creationId xmlns:a16="http://schemas.microsoft.com/office/drawing/2014/main" id="{1E4A581E-FEC3-2FA3-072D-9CCABF4FB5C9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4762867" y="2708616"/>
                <a:ext cx="18688" cy="1171165"/>
              </a:xfrm>
              <a:prstGeom prst="line">
                <a:avLst/>
              </a:prstGeom>
              <a:ln w="6350">
                <a:solidFill>
                  <a:schemeClr val="accent2"/>
                </a:solidFill>
                <a:headEnd type="oval" w="med" len="med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Subtítulo 17">
                <a:extLst>
                  <a:ext uri="{FF2B5EF4-FFF2-40B4-BE49-F238E27FC236}">
                    <a16:creationId xmlns:a16="http://schemas.microsoft.com/office/drawing/2014/main" id="{DB3C8A24-64D7-0D86-D783-AFFC9EB7FAF4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4307507" y="3879781"/>
                <a:ext cx="1059476" cy="675202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Autofit/>
              </a:bodyPr>
              <a:lstStyle>
                <a:lvl1pPr marL="0" indent="0" algn="l" defTabSz="914400" rtl="0" eaLnBrk="1" latinLnBrk="0" hangingPunct="1">
                  <a:spcBef>
                    <a:spcPts val="1200"/>
                  </a:spcBef>
                  <a:spcAft>
                    <a:spcPts val="600"/>
                  </a:spcAft>
                  <a:buFont typeface="Arial" panose="020B0604020202020204" pitchFamily="34" charset="0"/>
                  <a:buNone/>
                  <a:defRPr sz="18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1pPr>
                <a:lvl2pPr marL="0" indent="0" algn="l" defTabSz="914400" rtl="0" eaLnBrk="1" latinLnBrk="0" hangingPunct="1">
                  <a:spcBef>
                    <a:spcPts val="300"/>
                  </a:spcBef>
                  <a:spcAft>
                    <a:spcPts val="600"/>
                  </a:spcAft>
                  <a:buFontTx/>
                  <a:buNone/>
                  <a:defRPr sz="18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2pPr>
                <a:lvl3pPr marL="0" indent="0" algn="l" defTabSz="914400" rtl="0" eaLnBrk="1" latinLnBrk="0" hangingPunct="1">
                  <a:spcBef>
                    <a:spcPts val="300"/>
                  </a:spcBef>
                  <a:spcAft>
                    <a:spcPts val="600"/>
                  </a:spcAft>
                  <a:buFontTx/>
                  <a:buNone/>
                  <a:defRPr sz="18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3pPr>
                <a:lvl4pPr marL="0" indent="0" algn="l" defTabSz="914400" rtl="0" eaLnBrk="1" latinLnBrk="0" hangingPunct="1">
                  <a:spcBef>
                    <a:spcPts val="300"/>
                  </a:spcBef>
                  <a:spcAft>
                    <a:spcPts val="600"/>
                  </a:spcAft>
                  <a:buFontTx/>
                  <a:buNone/>
                  <a:defRPr sz="18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4pPr>
                <a:lvl5pPr marL="0" indent="0" algn="l" defTabSz="914400" rtl="0" eaLnBrk="1" latinLnBrk="0" hangingPunct="1">
                  <a:spcBef>
                    <a:spcPts val="300"/>
                  </a:spcBef>
                  <a:spcAft>
                    <a:spcPts val="600"/>
                  </a:spcAft>
                  <a:buFontTx/>
                  <a:buNone/>
                  <a:defRPr sz="18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spcBef>
                    <a:spcPts val="300"/>
                  </a:spcBef>
                  <a:spcAft>
                    <a:spcPts val="600"/>
                  </a:spcAft>
                  <a:buFontTx/>
                  <a:buNone/>
                  <a:defRPr sz="18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spcBef>
                    <a:spcPts val="300"/>
                  </a:spcBef>
                  <a:spcAft>
                    <a:spcPts val="600"/>
                  </a:spcAft>
                  <a:buFontTx/>
                  <a:buNone/>
                  <a:defRPr sz="18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spcBef>
                    <a:spcPts val="300"/>
                  </a:spcBef>
                  <a:spcAft>
                    <a:spcPts val="600"/>
                  </a:spcAft>
                  <a:buFontTx/>
                  <a:buNone/>
                  <a:defRPr sz="18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spcBef>
                    <a:spcPts val="300"/>
                  </a:spcBef>
                  <a:spcAft>
                    <a:spcPts val="600"/>
                  </a:spcAft>
                  <a:buFontTx/>
                  <a:buNone/>
                  <a:defRPr sz="18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endParaRPr lang="pt-BR" sz="1200" dirty="0"/>
              </a:p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pt-BR" sz="1200" dirty="0"/>
                  <a:t>30/11</a:t>
                </a:r>
              </a:p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pt-BR" sz="1400" dirty="0">
                    <a:solidFill>
                      <a:srgbClr val="00BCFF"/>
                    </a:solidFill>
                  </a:rPr>
                  <a:t>Troca do reator</a:t>
                </a:r>
              </a:p>
            </p:txBody>
          </p:sp>
        </p:grpSp>
        <p:sp>
          <p:nvSpPr>
            <p:cNvPr id="28" name="Retângulo 27">
              <a:extLst>
                <a:ext uri="{FF2B5EF4-FFF2-40B4-BE49-F238E27FC236}">
                  <a16:creationId xmlns:a16="http://schemas.microsoft.com/office/drawing/2014/main" id="{114FE635-366B-4E89-2204-7A47109E8D52}"/>
                </a:ext>
              </a:extLst>
            </p:cNvPr>
            <p:cNvSpPr/>
            <p:nvPr/>
          </p:nvSpPr>
          <p:spPr bwMode="gray">
            <a:xfrm>
              <a:off x="3678220" y="2252318"/>
              <a:ext cx="2348024" cy="43994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pt-BR" sz="1800" b="0" i="0" u="none" baseline="0" dirty="0">
                  <a:solidFill>
                    <a:srgbClr val="FFFFFF"/>
                  </a:solidFill>
                  <a:latin typeface="Arial" panose="020B0604020202020204" pitchFamily="34" charset="0"/>
                </a:rPr>
                <a:t>201</a:t>
              </a:r>
              <a:r>
                <a:rPr lang="pt-BR" dirty="0">
                  <a:solidFill>
                    <a:srgbClr val="FFFFFF"/>
                  </a:solidFill>
                  <a:latin typeface="Arial" panose="020B0604020202020204" pitchFamily="34" charset="0"/>
                </a:rPr>
                <a:t>3</a:t>
              </a:r>
            </a:p>
          </p:txBody>
        </p:sp>
      </p:grpSp>
      <p:grpSp>
        <p:nvGrpSpPr>
          <p:cNvPr id="40" name="Agrupar 39">
            <a:extLst>
              <a:ext uri="{FF2B5EF4-FFF2-40B4-BE49-F238E27FC236}">
                <a16:creationId xmlns:a16="http://schemas.microsoft.com/office/drawing/2014/main" id="{D81C01BD-F465-F022-2342-88E842A4782F}"/>
              </a:ext>
            </a:extLst>
          </p:cNvPr>
          <p:cNvGrpSpPr/>
          <p:nvPr/>
        </p:nvGrpSpPr>
        <p:grpSpPr>
          <a:xfrm>
            <a:off x="5984977" y="2278041"/>
            <a:ext cx="2379443" cy="2949761"/>
            <a:chOff x="6027297" y="2275058"/>
            <a:chExt cx="2379443" cy="2949761"/>
          </a:xfrm>
        </p:grpSpPr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3F8BC2C0-9A6E-0DB2-EE44-44442C71E292}"/>
                </a:ext>
              </a:extLst>
            </p:cNvPr>
            <p:cNvGrpSpPr/>
            <p:nvPr/>
          </p:nvGrpSpPr>
          <p:grpSpPr>
            <a:xfrm>
              <a:off x="6207767" y="2712022"/>
              <a:ext cx="1059476" cy="2512797"/>
              <a:chOff x="6033598" y="2712022"/>
              <a:chExt cx="1059476" cy="2512797"/>
            </a:xfrm>
          </p:grpSpPr>
          <p:cxnSp>
            <p:nvCxnSpPr>
              <p:cNvPr id="14" name="Conector reto 13">
                <a:extLst>
                  <a:ext uri="{FF2B5EF4-FFF2-40B4-BE49-F238E27FC236}">
                    <a16:creationId xmlns:a16="http://schemas.microsoft.com/office/drawing/2014/main" id="{11230279-6685-11FC-6914-8C56F33C8716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6525548" y="2712022"/>
                <a:ext cx="0" cy="1665167"/>
              </a:xfrm>
              <a:prstGeom prst="line">
                <a:avLst/>
              </a:prstGeom>
              <a:ln w="6350">
                <a:solidFill>
                  <a:schemeClr val="accent2"/>
                </a:solidFill>
                <a:headEnd type="oval" w="med" len="med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Subtítulo 17">
                <a:extLst>
                  <a:ext uri="{FF2B5EF4-FFF2-40B4-BE49-F238E27FC236}">
                    <a16:creationId xmlns:a16="http://schemas.microsoft.com/office/drawing/2014/main" id="{33B0EDCB-FB21-6720-3AAC-4AD7F0CF0171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6033598" y="4337186"/>
                <a:ext cx="1059476" cy="887633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Autofit/>
              </a:bodyPr>
              <a:lstStyle>
                <a:lvl1pPr marL="0" indent="0" algn="l" defTabSz="914400" rtl="0" eaLnBrk="1" latinLnBrk="0" hangingPunct="1">
                  <a:spcBef>
                    <a:spcPts val="1200"/>
                  </a:spcBef>
                  <a:spcAft>
                    <a:spcPts val="600"/>
                  </a:spcAft>
                  <a:buFont typeface="Arial" panose="020B0604020202020204" pitchFamily="34" charset="0"/>
                  <a:buNone/>
                  <a:defRPr sz="18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1pPr>
                <a:lvl2pPr marL="0" indent="0" algn="l" defTabSz="914400" rtl="0" eaLnBrk="1" latinLnBrk="0" hangingPunct="1">
                  <a:spcBef>
                    <a:spcPts val="300"/>
                  </a:spcBef>
                  <a:spcAft>
                    <a:spcPts val="600"/>
                  </a:spcAft>
                  <a:buFontTx/>
                  <a:buNone/>
                  <a:defRPr sz="18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2pPr>
                <a:lvl3pPr marL="0" indent="0" algn="l" defTabSz="914400" rtl="0" eaLnBrk="1" latinLnBrk="0" hangingPunct="1">
                  <a:spcBef>
                    <a:spcPts val="300"/>
                  </a:spcBef>
                  <a:spcAft>
                    <a:spcPts val="600"/>
                  </a:spcAft>
                  <a:buFontTx/>
                  <a:buNone/>
                  <a:defRPr sz="18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3pPr>
                <a:lvl4pPr marL="0" indent="0" algn="l" defTabSz="914400" rtl="0" eaLnBrk="1" latinLnBrk="0" hangingPunct="1">
                  <a:spcBef>
                    <a:spcPts val="300"/>
                  </a:spcBef>
                  <a:spcAft>
                    <a:spcPts val="600"/>
                  </a:spcAft>
                  <a:buFontTx/>
                  <a:buNone/>
                  <a:defRPr sz="18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4pPr>
                <a:lvl5pPr marL="0" indent="0" algn="l" defTabSz="914400" rtl="0" eaLnBrk="1" latinLnBrk="0" hangingPunct="1">
                  <a:spcBef>
                    <a:spcPts val="300"/>
                  </a:spcBef>
                  <a:spcAft>
                    <a:spcPts val="600"/>
                  </a:spcAft>
                  <a:buFontTx/>
                  <a:buNone/>
                  <a:defRPr sz="18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spcBef>
                    <a:spcPts val="300"/>
                  </a:spcBef>
                  <a:spcAft>
                    <a:spcPts val="600"/>
                  </a:spcAft>
                  <a:buFontTx/>
                  <a:buNone/>
                  <a:defRPr sz="18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spcBef>
                    <a:spcPts val="300"/>
                  </a:spcBef>
                  <a:spcAft>
                    <a:spcPts val="600"/>
                  </a:spcAft>
                  <a:buFontTx/>
                  <a:buNone/>
                  <a:defRPr sz="18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spcBef>
                    <a:spcPts val="300"/>
                  </a:spcBef>
                  <a:spcAft>
                    <a:spcPts val="600"/>
                  </a:spcAft>
                  <a:buFontTx/>
                  <a:buNone/>
                  <a:defRPr sz="18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spcBef>
                    <a:spcPts val="300"/>
                  </a:spcBef>
                  <a:spcAft>
                    <a:spcPts val="600"/>
                  </a:spcAft>
                  <a:buFontTx/>
                  <a:buNone/>
                  <a:defRPr sz="18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endParaRPr lang="pt-BR" sz="1200" dirty="0"/>
              </a:p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pt-BR" sz="1200" dirty="0"/>
                  <a:t>23/05</a:t>
                </a:r>
              </a:p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pt-BR" sz="1400" dirty="0">
                    <a:solidFill>
                      <a:srgbClr val="00BCFF"/>
                    </a:solidFill>
                  </a:rPr>
                  <a:t>Vazamento na junta do domo</a:t>
                </a:r>
              </a:p>
            </p:txBody>
          </p:sp>
        </p:grpSp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6EF88FAF-24BC-4B99-276F-067E300EC8D4}"/>
                </a:ext>
              </a:extLst>
            </p:cNvPr>
            <p:cNvGrpSpPr/>
            <p:nvPr/>
          </p:nvGrpSpPr>
          <p:grpSpPr>
            <a:xfrm>
              <a:off x="7346439" y="2725908"/>
              <a:ext cx="1059476" cy="1499865"/>
              <a:chOff x="6865521" y="2733829"/>
              <a:chExt cx="1059476" cy="1499865"/>
            </a:xfrm>
          </p:grpSpPr>
          <p:cxnSp>
            <p:nvCxnSpPr>
              <p:cNvPr id="20" name="Conector reto 19">
                <a:extLst>
                  <a:ext uri="{FF2B5EF4-FFF2-40B4-BE49-F238E27FC236}">
                    <a16:creationId xmlns:a16="http://schemas.microsoft.com/office/drawing/2014/main" id="{1E8339AF-17D3-D89F-FCD0-93E18F657F8C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7390466" y="2733829"/>
                <a:ext cx="4793" cy="832583"/>
              </a:xfrm>
              <a:prstGeom prst="line">
                <a:avLst/>
              </a:prstGeom>
              <a:ln w="6350">
                <a:solidFill>
                  <a:schemeClr val="accent2"/>
                </a:solidFill>
                <a:headEnd type="oval" w="med" len="med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Subtítulo 17">
                <a:extLst>
                  <a:ext uri="{FF2B5EF4-FFF2-40B4-BE49-F238E27FC236}">
                    <a16:creationId xmlns:a16="http://schemas.microsoft.com/office/drawing/2014/main" id="{9FA2531C-2979-5AB6-1035-EA0555D590B0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6865521" y="3558492"/>
                <a:ext cx="1059476" cy="675202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Autofit/>
              </a:bodyPr>
              <a:lstStyle>
                <a:lvl1pPr marL="0" indent="0" algn="l" defTabSz="914400" rtl="0" eaLnBrk="1" latinLnBrk="0" hangingPunct="1">
                  <a:spcBef>
                    <a:spcPts val="1200"/>
                  </a:spcBef>
                  <a:spcAft>
                    <a:spcPts val="600"/>
                  </a:spcAft>
                  <a:buFont typeface="Arial" panose="020B0604020202020204" pitchFamily="34" charset="0"/>
                  <a:buNone/>
                  <a:defRPr sz="18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1pPr>
                <a:lvl2pPr marL="0" indent="0" algn="l" defTabSz="914400" rtl="0" eaLnBrk="1" latinLnBrk="0" hangingPunct="1">
                  <a:spcBef>
                    <a:spcPts val="300"/>
                  </a:spcBef>
                  <a:spcAft>
                    <a:spcPts val="600"/>
                  </a:spcAft>
                  <a:buFontTx/>
                  <a:buNone/>
                  <a:defRPr sz="18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2pPr>
                <a:lvl3pPr marL="0" indent="0" algn="l" defTabSz="914400" rtl="0" eaLnBrk="1" latinLnBrk="0" hangingPunct="1">
                  <a:spcBef>
                    <a:spcPts val="300"/>
                  </a:spcBef>
                  <a:spcAft>
                    <a:spcPts val="600"/>
                  </a:spcAft>
                  <a:buFontTx/>
                  <a:buNone/>
                  <a:defRPr sz="18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3pPr>
                <a:lvl4pPr marL="0" indent="0" algn="l" defTabSz="914400" rtl="0" eaLnBrk="1" latinLnBrk="0" hangingPunct="1">
                  <a:spcBef>
                    <a:spcPts val="300"/>
                  </a:spcBef>
                  <a:spcAft>
                    <a:spcPts val="600"/>
                  </a:spcAft>
                  <a:buFontTx/>
                  <a:buNone/>
                  <a:defRPr sz="18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4pPr>
                <a:lvl5pPr marL="0" indent="0" algn="l" defTabSz="914400" rtl="0" eaLnBrk="1" latinLnBrk="0" hangingPunct="1">
                  <a:spcBef>
                    <a:spcPts val="300"/>
                  </a:spcBef>
                  <a:spcAft>
                    <a:spcPts val="600"/>
                  </a:spcAft>
                  <a:buFontTx/>
                  <a:buNone/>
                  <a:defRPr sz="18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spcBef>
                    <a:spcPts val="300"/>
                  </a:spcBef>
                  <a:spcAft>
                    <a:spcPts val="600"/>
                  </a:spcAft>
                  <a:buFontTx/>
                  <a:buNone/>
                  <a:defRPr sz="18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spcBef>
                    <a:spcPts val="300"/>
                  </a:spcBef>
                  <a:spcAft>
                    <a:spcPts val="600"/>
                  </a:spcAft>
                  <a:buFontTx/>
                  <a:buNone/>
                  <a:defRPr sz="18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spcBef>
                    <a:spcPts val="300"/>
                  </a:spcBef>
                  <a:spcAft>
                    <a:spcPts val="600"/>
                  </a:spcAft>
                  <a:buFontTx/>
                  <a:buNone/>
                  <a:defRPr sz="18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spcBef>
                    <a:spcPts val="300"/>
                  </a:spcBef>
                  <a:spcAft>
                    <a:spcPts val="600"/>
                  </a:spcAft>
                  <a:buFontTx/>
                  <a:buNone/>
                  <a:defRPr sz="18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endParaRPr lang="pt-BR" sz="1200" dirty="0"/>
              </a:p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pt-BR" sz="1200" dirty="0"/>
                  <a:t>09/07</a:t>
                </a:r>
              </a:p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pt-BR" sz="1400" dirty="0">
                    <a:solidFill>
                      <a:srgbClr val="00BCFF"/>
                    </a:solidFill>
                  </a:rPr>
                  <a:t>Substituição do domo</a:t>
                </a:r>
              </a:p>
            </p:txBody>
          </p:sp>
        </p:grpSp>
        <p:sp>
          <p:nvSpPr>
            <p:cNvPr id="38" name="Retângulo 37">
              <a:extLst>
                <a:ext uri="{FF2B5EF4-FFF2-40B4-BE49-F238E27FC236}">
                  <a16:creationId xmlns:a16="http://schemas.microsoft.com/office/drawing/2014/main" id="{C865FDE9-DCE7-6A09-45C0-D8B4E9523E01}"/>
                </a:ext>
              </a:extLst>
            </p:cNvPr>
            <p:cNvSpPr/>
            <p:nvPr/>
          </p:nvSpPr>
          <p:spPr bwMode="gray">
            <a:xfrm>
              <a:off x="6027297" y="2275058"/>
              <a:ext cx="2379443" cy="43994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pt-BR" sz="1800" b="0" i="0" u="none" baseline="0" dirty="0">
                  <a:solidFill>
                    <a:srgbClr val="FFFFFF"/>
                  </a:solidFill>
                  <a:latin typeface="Arial" panose="020B0604020202020204" pitchFamily="34" charset="0"/>
                </a:rPr>
                <a:t>2016</a:t>
              </a:r>
              <a:endParaRPr lang="pt-BR" dirty="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56" name="Agrupar 55">
            <a:extLst>
              <a:ext uri="{FF2B5EF4-FFF2-40B4-BE49-F238E27FC236}">
                <a16:creationId xmlns:a16="http://schemas.microsoft.com/office/drawing/2014/main" id="{DE8FE51D-4C8C-9882-16AF-5CF7419FA3E4}"/>
              </a:ext>
            </a:extLst>
          </p:cNvPr>
          <p:cNvGrpSpPr/>
          <p:nvPr/>
        </p:nvGrpSpPr>
        <p:grpSpPr>
          <a:xfrm>
            <a:off x="9728192" y="2278041"/>
            <a:ext cx="1188874" cy="3876170"/>
            <a:chOff x="8496292" y="2278041"/>
            <a:chExt cx="1188874" cy="3876170"/>
          </a:xfrm>
        </p:grpSpPr>
        <p:sp>
          <p:nvSpPr>
            <p:cNvPr id="34" name="Retângulo 33">
              <a:extLst>
                <a:ext uri="{FF2B5EF4-FFF2-40B4-BE49-F238E27FC236}">
                  <a16:creationId xmlns:a16="http://schemas.microsoft.com/office/drawing/2014/main" id="{B218969B-E33B-57C0-A389-82D956017E9A}"/>
                </a:ext>
              </a:extLst>
            </p:cNvPr>
            <p:cNvSpPr/>
            <p:nvPr/>
          </p:nvSpPr>
          <p:spPr bwMode="gray">
            <a:xfrm>
              <a:off x="8496292" y="2278041"/>
              <a:ext cx="1188874" cy="43994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pt-BR" sz="1800" b="0" i="0" u="none" baseline="0" dirty="0">
                  <a:solidFill>
                    <a:srgbClr val="FFFFFF"/>
                  </a:solidFill>
                  <a:latin typeface="Arial" panose="020B0604020202020204" pitchFamily="34" charset="0"/>
                </a:rPr>
                <a:t>202</a:t>
              </a:r>
              <a:r>
                <a:rPr lang="pt-BR" dirty="0">
                  <a:solidFill>
                    <a:srgbClr val="FFFFFF"/>
                  </a:solidFill>
                  <a:latin typeface="Arial" panose="020B0604020202020204" pitchFamily="34" charset="0"/>
                </a:rPr>
                <a:t>4</a:t>
              </a:r>
              <a:endParaRPr lang="pt-BR" sz="1800" b="0" i="0" u="none" baseline="0" dirty="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47" name="Agrupar 46">
              <a:extLst>
                <a:ext uri="{FF2B5EF4-FFF2-40B4-BE49-F238E27FC236}">
                  <a16:creationId xmlns:a16="http://schemas.microsoft.com/office/drawing/2014/main" id="{D332AB8C-BD9E-7576-C19D-CBD65A470441}"/>
                </a:ext>
              </a:extLst>
            </p:cNvPr>
            <p:cNvGrpSpPr/>
            <p:nvPr/>
          </p:nvGrpSpPr>
          <p:grpSpPr>
            <a:xfrm>
              <a:off x="8524455" y="2714998"/>
              <a:ext cx="1059476" cy="3439213"/>
              <a:chOff x="3364949" y="2544793"/>
              <a:chExt cx="1059476" cy="825799"/>
            </a:xfrm>
          </p:grpSpPr>
          <p:cxnSp>
            <p:nvCxnSpPr>
              <p:cNvPr id="48" name="Conector reto 47">
                <a:extLst>
                  <a:ext uri="{FF2B5EF4-FFF2-40B4-BE49-F238E27FC236}">
                    <a16:creationId xmlns:a16="http://schemas.microsoft.com/office/drawing/2014/main" id="{D5DBE1D7-2E71-3F47-CF9C-06BDA1B954CD}"/>
                  </a:ext>
                </a:extLst>
              </p:cNvPr>
              <p:cNvCxnSpPr>
                <a:cxnSpLocks/>
                <a:endCxn id="49" idx="0"/>
              </p:cNvCxnSpPr>
              <p:nvPr/>
            </p:nvCxnSpPr>
            <p:spPr bwMode="gray">
              <a:xfrm>
                <a:off x="3894687" y="2544793"/>
                <a:ext cx="0" cy="551342"/>
              </a:xfrm>
              <a:prstGeom prst="line">
                <a:avLst/>
              </a:prstGeom>
              <a:ln w="6350">
                <a:solidFill>
                  <a:schemeClr val="accent2"/>
                </a:solidFill>
                <a:headEnd type="oval" w="med" len="med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Subtítulo 17">
                <a:extLst>
                  <a:ext uri="{FF2B5EF4-FFF2-40B4-BE49-F238E27FC236}">
                    <a16:creationId xmlns:a16="http://schemas.microsoft.com/office/drawing/2014/main" id="{ED7956EF-8514-7E2B-D393-FBD0CDE44295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3364949" y="3096135"/>
                <a:ext cx="1059476" cy="274457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Autofit/>
              </a:bodyPr>
              <a:lstStyle>
                <a:lvl1pPr marL="0" indent="0" algn="l" defTabSz="914400" rtl="0" eaLnBrk="1" latinLnBrk="0" hangingPunct="1">
                  <a:spcBef>
                    <a:spcPts val="1200"/>
                  </a:spcBef>
                  <a:spcAft>
                    <a:spcPts val="600"/>
                  </a:spcAft>
                  <a:buFont typeface="Arial" panose="020B0604020202020204" pitchFamily="34" charset="0"/>
                  <a:buNone/>
                  <a:defRPr sz="18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1pPr>
                <a:lvl2pPr marL="0" indent="0" algn="l" defTabSz="914400" rtl="0" eaLnBrk="1" latinLnBrk="0" hangingPunct="1">
                  <a:spcBef>
                    <a:spcPts val="300"/>
                  </a:spcBef>
                  <a:spcAft>
                    <a:spcPts val="600"/>
                  </a:spcAft>
                  <a:buFontTx/>
                  <a:buNone/>
                  <a:defRPr sz="18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2pPr>
                <a:lvl3pPr marL="0" indent="0" algn="l" defTabSz="914400" rtl="0" eaLnBrk="1" latinLnBrk="0" hangingPunct="1">
                  <a:spcBef>
                    <a:spcPts val="300"/>
                  </a:spcBef>
                  <a:spcAft>
                    <a:spcPts val="600"/>
                  </a:spcAft>
                  <a:buFontTx/>
                  <a:buNone/>
                  <a:defRPr sz="18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3pPr>
                <a:lvl4pPr marL="0" indent="0" algn="l" defTabSz="914400" rtl="0" eaLnBrk="1" latinLnBrk="0" hangingPunct="1">
                  <a:spcBef>
                    <a:spcPts val="300"/>
                  </a:spcBef>
                  <a:spcAft>
                    <a:spcPts val="600"/>
                  </a:spcAft>
                  <a:buFontTx/>
                  <a:buNone/>
                  <a:defRPr sz="18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4pPr>
                <a:lvl5pPr marL="0" indent="0" algn="l" defTabSz="914400" rtl="0" eaLnBrk="1" latinLnBrk="0" hangingPunct="1">
                  <a:spcBef>
                    <a:spcPts val="300"/>
                  </a:spcBef>
                  <a:spcAft>
                    <a:spcPts val="600"/>
                  </a:spcAft>
                  <a:buFontTx/>
                  <a:buNone/>
                  <a:defRPr sz="18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spcBef>
                    <a:spcPts val="300"/>
                  </a:spcBef>
                  <a:spcAft>
                    <a:spcPts val="600"/>
                  </a:spcAft>
                  <a:buFontTx/>
                  <a:buNone/>
                  <a:defRPr sz="18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spcBef>
                    <a:spcPts val="300"/>
                  </a:spcBef>
                  <a:spcAft>
                    <a:spcPts val="600"/>
                  </a:spcAft>
                  <a:buFontTx/>
                  <a:buNone/>
                  <a:defRPr sz="18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spcBef>
                    <a:spcPts val="300"/>
                  </a:spcBef>
                  <a:spcAft>
                    <a:spcPts val="600"/>
                  </a:spcAft>
                  <a:buFontTx/>
                  <a:buNone/>
                  <a:defRPr sz="18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spcBef>
                    <a:spcPts val="300"/>
                  </a:spcBef>
                  <a:spcAft>
                    <a:spcPts val="600"/>
                  </a:spcAft>
                  <a:buFontTx/>
                  <a:buNone/>
                  <a:defRPr sz="18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endParaRPr lang="pt-BR" sz="1200" dirty="0"/>
              </a:p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pt-BR" sz="1200" dirty="0"/>
                  <a:t>18/10</a:t>
                </a:r>
              </a:p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pt-BR" sz="1400" dirty="0">
                    <a:solidFill>
                      <a:srgbClr val="00BCFF"/>
                    </a:solidFill>
                  </a:rPr>
                  <a:t>Vazamento no plug de reparo</a:t>
                </a:r>
                <a:endParaRPr lang="pt-BR" dirty="0">
                  <a:solidFill>
                    <a:srgbClr val="00BCFF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05473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ítulo 1">
            <a:extLst>
              <a:ext uri="{FF2B5EF4-FFF2-40B4-BE49-F238E27FC236}">
                <a16:creationId xmlns:a16="http://schemas.microsoft.com/office/drawing/2014/main" id="{915C1DD2-49F6-302A-CF69-3D9185E45381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981821" y="1552366"/>
            <a:ext cx="4524899" cy="337393"/>
          </a:xfrm>
        </p:spPr>
        <p:txBody>
          <a:bodyPr/>
          <a:lstStyle/>
          <a:p>
            <a:r>
              <a:rPr lang="pt-BR" dirty="0"/>
              <a:t>Amostra: 10 eventos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E32AC937-572E-4620-E042-1ED5F30A0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Análise de eventos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3BCC322-C8AD-7CB7-8F2C-AE1B0B56E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/// Bayer 16:9 Template Chart Pool /// September 2019</a:t>
            </a:r>
            <a:endParaRPr lang="en-US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CEF0FD3-0C51-0AE1-B97E-9B98AF05A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D9179-7A6B-4268-BEB2-F3B8EB06115B}" type="slidenum">
              <a:rPr lang="en-US" smtClean="0"/>
              <a:t>5</a:t>
            </a:fld>
            <a:endParaRPr lang="en-US" dirty="0"/>
          </a:p>
        </p:txBody>
      </p:sp>
      <p:sp>
        <p:nvSpPr>
          <p:cNvPr id="7" name="Subtítulo 1">
            <a:extLst>
              <a:ext uri="{FF2B5EF4-FFF2-40B4-BE49-F238E27FC236}">
                <a16:creationId xmlns:a16="http://schemas.microsoft.com/office/drawing/2014/main" id="{DEC435C7-E55C-E3DC-7C21-22E78B793582}"/>
              </a:ext>
            </a:extLst>
          </p:cNvPr>
          <p:cNvSpPr txBox="1">
            <a:spLocks/>
          </p:cNvSpPr>
          <p:nvPr/>
        </p:nvSpPr>
        <p:spPr bwMode="gray">
          <a:xfrm>
            <a:off x="6097042" y="1552366"/>
            <a:ext cx="4953731" cy="159626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ts val="300"/>
              </a:spcBef>
              <a:spcAft>
                <a:spcPts val="600"/>
              </a:spcAft>
              <a:buFontTx/>
              <a:buNone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spcBef>
                <a:spcPts val="300"/>
              </a:spcBef>
              <a:spcAft>
                <a:spcPts val="600"/>
              </a:spcAft>
              <a:buFontTx/>
              <a:buNone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spcBef>
                <a:spcPts val="300"/>
              </a:spcBef>
              <a:spcAft>
                <a:spcPts val="600"/>
              </a:spcAft>
              <a:buFontTx/>
              <a:buNone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spcBef>
                <a:spcPts val="300"/>
              </a:spcBef>
              <a:spcAft>
                <a:spcPts val="600"/>
              </a:spcAft>
              <a:buFontTx/>
              <a:buNone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spcBef>
                <a:spcPts val="300"/>
              </a:spcBef>
              <a:spcAft>
                <a:spcPts val="600"/>
              </a:spcAft>
              <a:buFontTx/>
              <a:buNone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spcBef>
                <a:spcPts val="300"/>
              </a:spcBef>
              <a:spcAft>
                <a:spcPts val="600"/>
              </a:spcAft>
              <a:buFontTx/>
              <a:buNone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spcBef>
                <a:spcPts val="300"/>
              </a:spcBef>
              <a:spcAft>
                <a:spcPts val="600"/>
              </a:spcAft>
              <a:buFontTx/>
              <a:buNone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spcBef>
                <a:spcPts val="300"/>
              </a:spcBef>
              <a:spcAft>
                <a:spcPts val="600"/>
              </a:spcAft>
              <a:buFontTx/>
              <a:buNone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Considerações:</a:t>
            </a:r>
          </a:p>
          <a:p>
            <a:r>
              <a:rPr lang="pt-BR" sz="1600" dirty="0"/>
              <a:t>1) Dados de ferro 7 dias antes do evento;</a:t>
            </a:r>
          </a:p>
          <a:p>
            <a:r>
              <a:rPr lang="pt-BR" sz="1600" dirty="0"/>
              <a:t>2) Limite de ferro de 5 </a:t>
            </a:r>
            <a:r>
              <a:rPr lang="pt-BR" sz="1600" dirty="0" err="1"/>
              <a:t>ppm</a:t>
            </a:r>
            <a:r>
              <a:rPr lang="pt-BR" sz="1600" dirty="0"/>
              <a:t>.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ACB5CF44-931A-7154-0FDF-3F6472A910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7042" y="3452819"/>
            <a:ext cx="4465009" cy="1009791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EC2A9AE1-BE18-5B52-EB82-4772E0EAC7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7042" y="4462610"/>
            <a:ext cx="4465009" cy="285790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184A0462-007E-CDA7-3987-3A6E83D61C9E}"/>
              </a:ext>
            </a:extLst>
          </p:cNvPr>
          <p:cNvSpPr txBox="1"/>
          <p:nvPr/>
        </p:nvSpPr>
        <p:spPr bwMode="gray">
          <a:xfrm>
            <a:off x="10842200" y="4651762"/>
            <a:ext cx="1190446" cy="863999"/>
          </a:xfrm>
          <a:custGeom>
            <a:avLst/>
            <a:gdLst>
              <a:gd name="csX0" fmla="*/ 0 w 1190446"/>
              <a:gd name="csY0" fmla="*/ 0 h 863999"/>
              <a:gd name="csX1" fmla="*/ 583319 w 1190446"/>
              <a:gd name="csY1" fmla="*/ 0 h 863999"/>
              <a:gd name="csX2" fmla="*/ 1190446 w 1190446"/>
              <a:gd name="csY2" fmla="*/ 0 h 863999"/>
              <a:gd name="csX3" fmla="*/ 1190446 w 1190446"/>
              <a:gd name="csY3" fmla="*/ 414720 h 863999"/>
              <a:gd name="csX4" fmla="*/ 1190446 w 1190446"/>
              <a:gd name="csY4" fmla="*/ 863999 h 863999"/>
              <a:gd name="csX5" fmla="*/ 619032 w 1190446"/>
              <a:gd name="csY5" fmla="*/ 863999 h 863999"/>
              <a:gd name="csX6" fmla="*/ 0 w 1190446"/>
              <a:gd name="csY6" fmla="*/ 863999 h 863999"/>
              <a:gd name="csX7" fmla="*/ 0 w 1190446"/>
              <a:gd name="csY7" fmla="*/ 432000 h 863999"/>
              <a:gd name="csX8" fmla="*/ 0 w 1190446"/>
              <a:gd name="csY8" fmla="*/ 0 h 8639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190446" h="863999" extrusionOk="0">
                <a:moveTo>
                  <a:pt x="0" y="0"/>
                </a:moveTo>
                <a:cubicBezTo>
                  <a:pt x="119994" y="-5126"/>
                  <a:pt x="305210" y="15148"/>
                  <a:pt x="583319" y="0"/>
                </a:cubicBezTo>
                <a:cubicBezTo>
                  <a:pt x="861428" y="-15148"/>
                  <a:pt x="912176" y="40021"/>
                  <a:pt x="1190446" y="0"/>
                </a:cubicBezTo>
                <a:cubicBezTo>
                  <a:pt x="1195062" y="94705"/>
                  <a:pt x="1148051" y="254241"/>
                  <a:pt x="1190446" y="414720"/>
                </a:cubicBezTo>
                <a:cubicBezTo>
                  <a:pt x="1232841" y="575199"/>
                  <a:pt x="1178766" y="674384"/>
                  <a:pt x="1190446" y="863999"/>
                </a:cubicBezTo>
                <a:cubicBezTo>
                  <a:pt x="1001810" y="876301"/>
                  <a:pt x="781155" y="836429"/>
                  <a:pt x="619032" y="863999"/>
                </a:cubicBezTo>
                <a:cubicBezTo>
                  <a:pt x="456909" y="891569"/>
                  <a:pt x="294940" y="843521"/>
                  <a:pt x="0" y="863999"/>
                </a:cubicBezTo>
                <a:cubicBezTo>
                  <a:pt x="-3881" y="680424"/>
                  <a:pt x="51742" y="619402"/>
                  <a:pt x="0" y="432000"/>
                </a:cubicBezTo>
                <a:cubicBezTo>
                  <a:pt x="-51742" y="244598"/>
                  <a:pt x="24857" y="205750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22955260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vert="horz" wrap="square" lIns="0" tIns="0" rIns="0" bIns="0" rtlCol="0">
            <a:noAutofit/>
          </a:bodyPr>
          <a:lstStyle/>
          <a:p>
            <a:pPr algn="ctr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400" b="0" i="0" u="none" baseline="0" dirty="0">
                <a:solidFill>
                  <a:srgbClr val="000000"/>
                </a:solidFill>
                <a:latin typeface="Arial" panose="020B0604020202020204" pitchFamily="34" charset="0"/>
              </a:rPr>
              <a:t>Limite de controle -&gt; para controle de processo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C684722B-205E-F4BD-4C91-E94A0C28C4B9}"/>
              </a:ext>
            </a:extLst>
          </p:cNvPr>
          <p:cNvSpPr txBox="1"/>
          <p:nvPr/>
        </p:nvSpPr>
        <p:spPr bwMode="gray">
          <a:xfrm>
            <a:off x="7430659" y="4797972"/>
            <a:ext cx="3131392" cy="28579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100" b="0" i="0" u="none" baseline="0" dirty="0">
                <a:solidFill>
                  <a:srgbClr val="000000"/>
                </a:solidFill>
                <a:latin typeface="Arial" panose="020B0604020202020204" pitchFamily="34" charset="0"/>
              </a:rPr>
              <a:t>Fonte: CAM-QUAL-000035</a:t>
            </a:r>
          </a:p>
        </p:txBody>
      </p:sp>
      <p:cxnSp>
        <p:nvCxnSpPr>
          <p:cNvPr id="17" name="Conector: Curvo 16">
            <a:extLst>
              <a:ext uri="{FF2B5EF4-FFF2-40B4-BE49-F238E27FC236}">
                <a16:creationId xmlns:a16="http://schemas.microsoft.com/office/drawing/2014/main" id="{805A1EAC-9748-FBF2-4A2E-182DC817EE8B}"/>
              </a:ext>
            </a:extLst>
          </p:cNvPr>
          <p:cNvCxnSpPr>
            <a:cxnSpLocks/>
            <a:stCxn id="13" idx="3"/>
            <a:endCxn id="14" idx="1"/>
          </p:cNvCxnSpPr>
          <p:nvPr/>
        </p:nvCxnSpPr>
        <p:spPr bwMode="gray">
          <a:xfrm>
            <a:off x="10562051" y="4605505"/>
            <a:ext cx="280149" cy="478257"/>
          </a:xfrm>
          <a:prstGeom prst="curvedConnector3">
            <a:avLst>
              <a:gd name="adj1" fmla="val 50000"/>
            </a:avLst>
          </a:prstGeom>
          <a:ln w="63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ela 5">
            <a:extLst>
              <a:ext uri="{FF2B5EF4-FFF2-40B4-BE49-F238E27FC236}">
                <a16:creationId xmlns:a16="http://schemas.microsoft.com/office/drawing/2014/main" id="{4EEA2FD9-8091-6F22-99C5-CECF2DC957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541557"/>
              </p:ext>
            </p:extLst>
          </p:nvPr>
        </p:nvGraphicFramePr>
        <p:xfrm>
          <a:off x="887639" y="2164349"/>
          <a:ext cx="4720681" cy="3215750"/>
        </p:xfrm>
        <a:graphic>
          <a:graphicData uri="http://schemas.openxmlformats.org/drawingml/2006/table">
            <a:tbl>
              <a:tblPr firstRow="1">
                <a:tableStyleId>{3B4B98B0-60AC-42C2-AFA5-B58CD77FA1E5}</a:tableStyleId>
              </a:tblPr>
              <a:tblGrid>
                <a:gridCol w="1106919">
                  <a:extLst>
                    <a:ext uri="{9D8B030D-6E8A-4147-A177-3AD203B41FA5}">
                      <a16:colId xmlns:a16="http://schemas.microsoft.com/office/drawing/2014/main" val="1723592368"/>
                    </a:ext>
                  </a:extLst>
                </a:gridCol>
                <a:gridCol w="862745">
                  <a:extLst>
                    <a:ext uri="{9D8B030D-6E8A-4147-A177-3AD203B41FA5}">
                      <a16:colId xmlns:a16="http://schemas.microsoft.com/office/drawing/2014/main" val="685057029"/>
                    </a:ext>
                  </a:extLst>
                </a:gridCol>
                <a:gridCol w="2751017">
                  <a:extLst>
                    <a:ext uri="{9D8B030D-6E8A-4147-A177-3AD203B41FA5}">
                      <a16:colId xmlns:a16="http://schemas.microsoft.com/office/drawing/2014/main" val="2438309272"/>
                    </a:ext>
                  </a:extLst>
                </a:gridCol>
              </a:tblGrid>
              <a:tr h="2586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Data</a:t>
                      </a:r>
                      <a:endParaRPr lang="pt-BR" sz="14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Reator</a:t>
                      </a:r>
                      <a:endParaRPr lang="pt-BR" sz="14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Evento</a:t>
                      </a:r>
                      <a:endParaRPr lang="pt-BR" sz="14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11285581"/>
                  </a:ext>
                </a:extLst>
              </a:tr>
              <a:tr h="62877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22/02/2017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Falha no reparo DN12'' com vazamento externo. Instalada luva de vidro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21804022"/>
                  </a:ext>
                </a:extLst>
              </a:tr>
              <a:tr h="2586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18/07/2017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Troca do reator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319929837"/>
                  </a:ext>
                </a:extLst>
              </a:tr>
              <a:tr h="2586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26/11/2017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Substituição da BV devido falha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466158501"/>
                  </a:ext>
                </a:extLst>
              </a:tr>
              <a:tr h="2586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15/03/2018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Substituição do agitador por furo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16276490"/>
                  </a:ext>
                </a:extLst>
              </a:tr>
              <a:tr h="2586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25/05/2020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Troca de reator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92865111"/>
                  </a:ext>
                </a:extLst>
              </a:tr>
              <a:tr h="2586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300" u="none" strike="noStrike" dirty="0">
                          <a:effectLst/>
                          <a:latin typeface="+mn-lt"/>
                        </a:rPr>
                        <a:t>13/01/2023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300" u="none" strike="noStrike" dirty="0">
                          <a:effectLst/>
                          <a:latin typeface="+mn-lt"/>
                        </a:rPr>
                        <a:t>2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300" u="none" strike="noStrike" dirty="0">
                          <a:effectLst/>
                          <a:latin typeface="+mn-lt"/>
                        </a:rPr>
                        <a:t>Furo no eixo do agitador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261415620"/>
                  </a:ext>
                </a:extLst>
              </a:tr>
              <a:tr h="2586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300" u="none" strike="noStrike" dirty="0">
                          <a:effectLst/>
                          <a:latin typeface="+mn-lt"/>
                        </a:rPr>
                        <a:t>19/01/2024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300" u="none" strike="noStrike" dirty="0">
                          <a:effectLst/>
                          <a:latin typeface="+mn-lt"/>
                        </a:rPr>
                        <a:t>1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300" u="none" strike="noStrike" dirty="0">
                          <a:effectLst/>
                          <a:latin typeface="+mn-lt"/>
                        </a:rPr>
                        <a:t>Vazamento pelo bocal do fundo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81847772"/>
                  </a:ext>
                </a:extLst>
              </a:tr>
              <a:tr h="2586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300" u="none" strike="noStrike" dirty="0">
                          <a:effectLst/>
                          <a:latin typeface="+mn-lt"/>
                        </a:rPr>
                        <a:t>18/10/2024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300" u="none" strike="noStrike">
                          <a:effectLst/>
                          <a:latin typeface="+mn-lt"/>
                        </a:rPr>
                        <a:t>3</a:t>
                      </a:r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300" u="none" strike="noStrike" dirty="0">
                          <a:effectLst/>
                          <a:latin typeface="+mn-lt"/>
                        </a:rPr>
                        <a:t>Vazamento no plug do reparo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50627239"/>
                  </a:ext>
                </a:extLst>
              </a:tr>
              <a:tr h="2586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300" u="none" strike="noStrike" dirty="0">
                          <a:effectLst/>
                          <a:latin typeface="+mn-lt"/>
                        </a:rPr>
                        <a:t>09/03/2025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300" u="none" strike="noStrike">
                          <a:effectLst/>
                          <a:latin typeface="+mn-lt"/>
                        </a:rPr>
                        <a:t>1</a:t>
                      </a:r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300" u="none" strike="noStrike" dirty="0">
                          <a:effectLst/>
                          <a:latin typeface="+mn-lt"/>
                        </a:rPr>
                        <a:t>Vazamento no bocal do radar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11870329"/>
                  </a:ext>
                </a:extLst>
              </a:tr>
              <a:tr h="2586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300" u="none" strike="noStrike">
                          <a:effectLst/>
                          <a:latin typeface="+mn-lt"/>
                        </a:rPr>
                        <a:t>13/06/2025</a:t>
                      </a:r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300" u="none" strike="noStrike" dirty="0">
                          <a:effectLst/>
                          <a:latin typeface="+mn-lt"/>
                        </a:rPr>
                        <a:t>2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300" u="none" strike="noStrike" dirty="0">
                          <a:effectLst/>
                          <a:latin typeface="+mn-lt"/>
                        </a:rPr>
                        <a:t>Vazamento por dano no vitrificado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2429339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1955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6D295-930F-2545-5DCE-4588B9FEC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Agrupar 12">
            <a:extLst>
              <a:ext uri="{FF2B5EF4-FFF2-40B4-BE49-F238E27FC236}">
                <a16:creationId xmlns:a16="http://schemas.microsoft.com/office/drawing/2014/main" id="{633755EE-083D-3931-CB37-F7684D47DFF4}"/>
              </a:ext>
            </a:extLst>
          </p:cNvPr>
          <p:cNvGrpSpPr/>
          <p:nvPr/>
        </p:nvGrpSpPr>
        <p:grpSpPr>
          <a:xfrm>
            <a:off x="10515600" y="4818400"/>
            <a:ext cx="1550400" cy="753861"/>
            <a:chOff x="2204049" y="5270500"/>
            <a:chExt cx="1758766" cy="672230"/>
          </a:xfrm>
        </p:grpSpPr>
        <p:sp>
          <p:nvSpPr>
            <p:cNvPr id="14" name="Retângulo 13">
              <a:extLst>
                <a:ext uri="{FF2B5EF4-FFF2-40B4-BE49-F238E27FC236}">
                  <a16:creationId xmlns:a16="http://schemas.microsoft.com/office/drawing/2014/main" id="{6B75DA91-47C6-4700-08A4-CDDAE8C19161}"/>
                </a:ext>
              </a:extLst>
            </p:cNvPr>
            <p:cNvSpPr/>
            <p:nvPr/>
          </p:nvSpPr>
          <p:spPr bwMode="gray">
            <a:xfrm>
              <a:off x="2204049" y="5270500"/>
              <a:ext cx="1758766" cy="672230"/>
            </a:xfrm>
            <a:custGeom>
              <a:avLst/>
              <a:gdLst>
                <a:gd name="csX0" fmla="*/ 0 w 1758766"/>
                <a:gd name="csY0" fmla="*/ 0 h 672230"/>
                <a:gd name="csX1" fmla="*/ 586255 w 1758766"/>
                <a:gd name="csY1" fmla="*/ 0 h 672230"/>
                <a:gd name="csX2" fmla="*/ 1137335 w 1758766"/>
                <a:gd name="csY2" fmla="*/ 0 h 672230"/>
                <a:gd name="csX3" fmla="*/ 1758766 w 1758766"/>
                <a:gd name="csY3" fmla="*/ 0 h 672230"/>
                <a:gd name="csX4" fmla="*/ 1758766 w 1758766"/>
                <a:gd name="csY4" fmla="*/ 342837 h 672230"/>
                <a:gd name="csX5" fmla="*/ 1758766 w 1758766"/>
                <a:gd name="csY5" fmla="*/ 672230 h 672230"/>
                <a:gd name="csX6" fmla="*/ 1137335 w 1758766"/>
                <a:gd name="csY6" fmla="*/ 672230 h 672230"/>
                <a:gd name="csX7" fmla="*/ 551080 w 1758766"/>
                <a:gd name="csY7" fmla="*/ 672230 h 672230"/>
                <a:gd name="csX8" fmla="*/ 0 w 1758766"/>
                <a:gd name="csY8" fmla="*/ 672230 h 672230"/>
                <a:gd name="csX9" fmla="*/ 0 w 1758766"/>
                <a:gd name="csY9" fmla="*/ 349560 h 672230"/>
                <a:gd name="csX10" fmla="*/ 0 w 1758766"/>
                <a:gd name="csY10" fmla="*/ 0 h 6722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758766" h="672230" extrusionOk="0">
                  <a:moveTo>
                    <a:pt x="0" y="0"/>
                  </a:moveTo>
                  <a:cubicBezTo>
                    <a:pt x="154050" y="-24572"/>
                    <a:pt x="417422" y="44345"/>
                    <a:pt x="586255" y="0"/>
                  </a:cubicBezTo>
                  <a:cubicBezTo>
                    <a:pt x="755089" y="-44345"/>
                    <a:pt x="987276" y="29097"/>
                    <a:pt x="1137335" y="0"/>
                  </a:cubicBezTo>
                  <a:cubicBezTo>
                    <a:pt x="1287394" y="-29097"/>
                    <a:pt x="1541400" y="51429"/>
                    <a:pt x="1758766" y="0"/>
                  </a:cubicBezTo>
                  <a:cubicBezTo>
                    <a:pt x="1763624" y="92494"/>
                    <a:pt x="1747397" y="236954"/>
                    <a:pt x="1758766" y="342837"/>
                  </a:cubicBezTo>
                  <a:cubicBezTo>
                    <a:pt x="1770135" y="448720"/>
                    <a:pt x="1724034" y="542811"/>
                    <a:pt x="1758766" y="672230"/>
                  </a:cubicBezTo>
                  <a:cubicBezTo>
                    <a:pt x="1597470" y="693493"/>
                    <a:pt x="1264945" y="621993"/>
                    <a:pt x="1137335" y="672230"/>
                  </a:cubicBezTo>
                  <a:cubicBezTo>
                    <a:pt x="1009725" y="722467"/>
                    <a:pt x="790115" y="616438"/>
                    <a:pt x="551080" y="672230"/>
                  </a:cubicBezTo>
                  <a:cubicBezTo>
                    <a:pt x="312045" y="728022"/>
                    <a:pt x="219715" y="615483"/>
                    <a:pt x="0" y="672230"/>
                  </a:cubicBezTo>
                  <a:cubicBezTo>
                    <a:pt x="-22983" y="513671"/>
                    <a:pt x="27213" y="415285"/>
                    <a:pt x="0" y="349560"/>
                  </a:cubicBezTo>
                  <a:cubicBezTo>
                    <a:pt x="-27213" y="283835"/>
                    <a:pt x="3314" y="141973"/>
                    <a:pt x="0" y="0"/>
                  </a:cubicBezTo>
                  <a:close/>
                </a:path>
              </a:pathLst>
            </a:custGeom>
            <a:noFill/>
            <a:ln w="12700">
              <a:solidFill>
                <a:srgbClr val="10384F"/>
              </a:solidFill>
              <a:extLst>
                <a:ext uri="{C807C97D-BFC1-408E-A445-0C87EB9F89A2}">
                  <ask:lineSketchStyleProps xmlns:ask="http://schemas.microsoft.com/office/drawing/2018/sketchyshapes" sd="1866616252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endParaRPr lang="pt-BR" sz="1300" b="0" i="0" u="none" baseline="0" dirty="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5" name="Subtítulo 17">
              <a:extLst>
                <a:ext uri="{FF2B5EF4-FFF2-40B4-BE49-F238E27FC236}">
                  <a16:creationId xmlns:a16="http://schemas.microsoft.com/office/drawing/2014/main" id="{9B1299F9-0967-DB04-08F6-6D29F1D86C2F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2248292" y="5407597"/>
              <a:ext cx="1670281" cy="510383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0" indent="0" algn="l" defTabSz="914400" rtl="0" eaLnBrk="1" latinLnBrk="0" hangingPunct="1">
                <a:spcBef>
                  <a:spcPts val="120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5pPr>
              <a:lvl6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BR" sz="1100" dirty="0"/>
                <a:t>Encontrados 3 resultados, todos acima de 5 </a:t>
              </a:r>
              <a:r>
                <a:rPr lang="pt-BR" sz="1100" dirty="0" err="1"/>
                <a:t>ppm</a:t>
              </a:r>
              <a:endParaRPr lang="pt-BR" sz="1100" dirty="0"/>
            </a:p>
            <a:p>
              <a:pPr algn="ctr"/>
              <a:endParaRPr lang="pt-BR" sz="1300" dirty="0"/>
            </a:p>
          </p:txBody>
        </p:sp>
      </p:grpSp>
      <p:sp>
        <p:nvSpPr>
          <p:cNvPr id="3" name="Título 2">
            <a:extLst>
              <a:ext uri="{FF2B5EF4-FFF2-40B4-BE49-F238E27FC236}">
                <a16:creationId xmlns:a16="http://schemas.microsoft.com/office/drawing/2014/main" id="{F57CA1A1-7780-DB4C-F8EA-131444D38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Análise de eventos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3F9FAE9-5D4D-2FB8-3045-90DC118E9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/// Bayer 16:9 Template Chart Pool /// September 2019</a:t>
            </a:r>
            <a:endParaRPr lang="en-US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14FCE72-6B38-DCAC-F1B1-7924BB1A7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D9179-7A6B-4268-BEB2-F3B8EB06115B}" type="slidenum">
              <a:rPr lang="en-US" smtClean="0"/>
              <a:t>6</a:t>
            </a:fld>
            <a:endParaRPr lang="en-US" dirty="0"/>
          </a:p>
        </p:txBody>
      </p:sp>
      <p:graphicFrame>
        <p:nvGraphicFramePr>
          <p:cNvPr id="6" name="Gráfico 5">
            <a:extLst>
              <a:ext uri="{FF2B5EF4-FFF2-40B4-BE49-F238E27FC236}">
                <a16:creationId xmlns:a16="http://schemas.microsoft.com/office/drawing/2014/main" id="{3EE1544F-A412-4CD9-98DC-AD5D38DD2E4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00216454"/>
              </p:ext>
            </p:extLst>
          </p:nvPr>
        </p:nvGraphicFramePr>
        <p:xfrm>
          <a:off x="26147" y="1180657"/>
          <a:ext cx="4278626" cy="28170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A26A357D-541A-4F91-BA14-0E997849C76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65571490"/>
              </p:ext>
            </p:extLst>
          </p:nvPr>
        </p:nvGraphicFramePr>
        <p:xfrm>
          <a:off x="4106764" y="1180657"/>
          <a:ext cx="4164564" cy="28057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Gráfico 7">
            <a:extLst>
              <a:ext uri="{FF2B5EF4-FFF2-40B4-BE49-F238E27FC236}">
                <a16:creationId xmlns:a16="http://schemas.microsoft.com/office/drawing/2014/main" id="{77AEE3DE-B281-45FC-BFBD-58084D7AB2B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86259540"/>
              </p:ext>
            </p:extLst>
          </p:nvPr>
        </p:nvGraphicFramePr>
        <p:xfrm>
          <a:off x="8025849" y="968458"/>
          <a:ext cx="4164564" cy="25788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9" name="Gráfico 8">
            <a:extLst>
              <a:ext uri="{FF2B5EF4-FFF2-40B4-BE49-F238E27FC236}">
                <a16:creationId xmlns:a16="http://schemas.microsoft.com/office/drawing/2014/main" id="{AE15D10F-0C9A-416A-96C3-D1890C66897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07609674"/>
              </p:ext>
            </p:extLst>
          </p:nvPr>
        </p:nvGraphicFramePr>
        <p:xfrm>
          <a:off x="1374836" y="4039038"/>
          <a:ext cx="4164565" cy="25788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pSp>
        <p:nvGrpSpPr>
          <p:cNvPr id="10" name="Agrupar 9">
            <a:extLst>
              <a:ext uri="{FF2B5EF4-FFF2-40B4-BE49-F238E27FC236}">
                <a16:creationId xmlns:a16="http://schemas.microsoft.com/office/drawing/2014/main" id="{54832249-A866-9DAE-FB0C-0CCE5418271F}"/>
              </a:ext>
            </a:extLst>
          </p:cNvPr>
          <p:cNvGrpSpPr/>
          <p:nvPr/>
        </p:nvGrpSpPr>
        <p:grpSpPr>
          <a:xfrm>
            <a:off x="10625252" y="4548906"/>
            <a:ext cx="1331096" cy="395483"/>
            <a:chOff x="2292534" y="5286537"/>
            <a:chExt cx="1758766" cy="672230"/>
          </a:xfrm>
          <a:solidFill>
            <a:schemeClr val="accent1"/>
          </a:solidFill>
        </p:grpSpPr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162CC498-8545-C643-2D44-4D17D5659FD9}"/>
                </a:ext>
              </a:extLst>
            </p:cNvPr>
            <p:cNvSpPr/>
            <p:nvPr/>
          </p:nvSpPr>
          <p:spPr bwMode="gray">
            <a:xfrm>
              <a:off x="2292534" y="5286537"/>
              <a:ext cx="1758766" cy="672230"/>
            </a:xfrm>
            <a:prstGeom prst="rect">
              <a:avLst/>
            </a:prstGeom>
            <a:grpFill/>
            <a:ln w="12700">
              <a:solidFill>
                <a:srgbClr val="10384F"/>
              </a:solidFill>
              <a:extLst>
                <a:ext uri="{C807C97D-BFC1-408E-A445-0C87EB9F89A2}">
                  <ask:lineSketchStyleProps xmlns:ask="http://schemas.microsoft.com/office/drawing/2018/sketchyshapes" sd="1866616252">
                    <a:custGeom>
                      <a:avLst/>
                      <a:gdLst>
                        <a:gd name="connsiteX0" fmla="*/ 0 w 1331096"/>
                        <a:gd name="connsiteY0" fmla="*/ 0 h 395483"/>
                        <a:gd name="connsiteX1" fmla="*/ 457010 w 1331096"/>
                        <a:gd name="connsiteY1" fmla="*/ 0 h 395483"/>
                        <a:gd name="connsiteX2" fmla="*/ 914019 w 1331096"/>
                        <a:gd name="connsiteY2" fmla="*/ 0 h 395483"/>
                        <a:gd name="connsiteX3" fmla="*/ 1331096 w 1331096"/>
                        <a:gd name="connsiteY3" fmla="*/ 0 h 395483"/>
                        <a:gd name="connsiteX4" fmla="*/ 1331096 w 1331096"/>
                        <a:gd name="connsiteY4" fmla="*/ 395483 h 395483"/>
                        <a:gd name="connsiteX5" fmla="*/ 927330 w 1331096"/>
                        <a:gd name="connsiteY5" fmla="*/ 395483 h 395483"/>
                        <a:gd name="connsiteX6" fmla="*/ 483632 w 1331096"/>
                        <a:gd name="connsiteY6" fmla="*/ 395483 h 395483"/>
                        <a:gd name="connsiteX7" fmla="*/ 0 w 1331096"/>
                        <a:gd name="connsiteY7" fmla="*/ 395483 h 395483"/>
                        <a:gd name="connsiteX8" fmla="*/ 0 w 1331096"/>
                        <a:gd name="connsiteY8" fmla="*/ 0 h 39548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1331096" h="395483" fill="none" extrusionOk="0">
                          <a:moveTo>
                            <a:pt x="0" y="0"/>
                          </a:moveTo>
                          <a:cubicBezTo>
                            <a:pt x="103354" y="-54047"/>
                            <a:pt x="255350" y="17194"/>
                            <a:pt x="457010" y="0"/>
                          </a:cubicBezTo>
                          <a:cubicBezTo>
                            <a:pt x="658670" y="-17194"/>
                            <a:pt x="704320" y="25497"/>
                            <a:pt x="914019" y="0"/>
                          </a:cubicBezTo>
                          <a:cubicBezTo>
                            <a:pt x="1123718" y="-25497"/>
                            <a:pt x="1141273" y="49901"/>
                            <a:pt x="1331096" y="0"/>
                          </a:cubicBezTo>
                          <a:cubicBezTo>
                            <a:pt x="1331160" y="119340"/>
                            <a:pt x="1312604" y="254217"/>
                            <a:pt x="1331096" y="395483"/>
                          </a:cubicBezTo>
                          <a:cubicBezTo>
                            <a:pt x="1242608" y="411758"/>
                            <a:pt x="1063353" y="356545"/>
                            <a:pt x="927330" y="395483"/>
                          </a:cubicBezTo>
                          <a:cubicBezTo>
                            <a:pt x="791307" y="434421"/>
                            <a:pt x="648310" y="394826"/>
                            <a:pt x="483632" y="395483"/>
                          </a:cubicBezTo>
                          <a:cubicBezTo>
                            <a:pt x="318954" y="396140"/>
                            <a:pt x="231778" y="340771"/>
                            <a:pt x="0" y="395483"/>
                          </a:cubicBezTo>
                          <a:cubicBezTo>
                            <a:pt x="-37069" y="282761"/>
                            <a:pt x="40947" y="136874"/>
                            <a:pt x="0" y="0"/>
                          </a:cubicBezTo>
                          <a:close/>
                        </a:path>
                        <a:path w="1331096" h="395483" stroke="0" extrusionOk="0">
                          <a:moveTo>
                            <a:pt x="0" y="0"/>
                          </a:moveTo>
                          <a:cubicBezTo>
                            <a:pt x="97921" y="-32790"/>
                            <a:pt x="331225" y="36160"/>
                            <a:pt x="443699" y="0"/>
                          </a:cubicBezTo>
                          <a:cubicBezTo>
                            <a:pt x="556173" y="-36160"/>
                            <a:pt x="765104" y="9852"/>
                            <a:pt x="860775" y="0"/>
                          </a:cubicBezTo>
                          <a:cubicBezTo>
                            <a:pt x="956446" y="-9852"/>
                            <a:pt x="1193885" y="1986"/>
                            <a:pt x="1331096" y="0"/>
                          </a:cubicBezTo>
                          <a:cubicBezTo>
                            <a:pt x="1357347" y="85457"/>
                            <a:pt x="1321802" y="259466"/>
                            <a:pt x="1331096" y="395483"/>
                          </a:cubicBezTo>
                          <a:cubicBezTo>
                            <a:pt x="1151800" y="414337"/>
                            <a:pt x="1075822" y="376660"/>
                            <a:pt x="927330" y="395483"/>
                          </a:cubicBezTo>
                          <a:cubicBezTo>
                            <a:pt x="778838" y="414306"/>
                            <a:pt x="678678" y="367837"/>
                            <a:pt x="496943" y="395483"/>
                          </a:cubicBezTo>
                          <a:cubicBezTo>
                            <a:pt x="315208" y="423129"/>
                            <a:pt x="162897" y="362044"/>
                            <a:pt x="0" y="395483"/>
                          </a:cubicBezTo>
                          <a:cubicBezTo>
                            <a:pt x="-39078" y="215602"/>
                            <a:pt x="42219" y="133999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endParaRPr lang="pt-BR" sz="1300" b="0" i="0" u="none" baseline="0" dirty="0">
                <a:solidFill>
                  <a:schemeClr val="bg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2" name="Subtítulo 17">
              <a:extLst>
                <a:ext uri="{FF2B5EF4-FFF2-40B4-BE49-F238E27FC236}">
                  <a16:creationId xmlns:a16="http://schemas.microsoft.com/office/drawing/2014/main" id="{A0D4AE03-CDC2-54EC-657E-6805893AC461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2292534" y="5358917"/>
              <a:ext cx="1670281" cy="510383"/>
            </a:xfrm>
            <a:prstGeom prst="rect">
              <a:avLst/>
            </a:prstGeom>
            <a:grpFill/>
          </p:spPr>
          <p:txBody>
            <a:bodyPr vert="horz" lIns="0" tIns="0" rIns="0" bIns="0" rtlCol="0" anchor="t">
              <a:noAutofit/>
            </a:bodyPr>
            <a:lstStyle>
              <a:lvl1pPr marL="0" indent="0" algn="l" defTabSz="914400" rtl="0" eaLnBrk="1" latinLnBrk="0" hangingPunct="1">
                <a:spcBef>
                  <a:spcPts val="120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5pPr>
              <a:lvl6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spcBef>
                  <a:spcPts val="300"/>
                </a:spcBef>
                <a:spcAft>
                  <a:spcPts val="600"/>
                </a:spcAft>
                <a:buFontTx/>
                <a:buNone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BR" sz="900" b="1" dirty="0">
                  <a:solidFill>
                    <a:schemeClr val="bg1"/>
                  </a:solidFill>
                </a:rPr>
                <a:t>Evento em 2020, com troca do reator 3</a:t>
              </a:r>
            </a:p>
            <a:p>
              <a:pPr algn="ctr"/>
              <a:endParaRPr lang="pt-BR" sz="1300" dirty="0">
                <a:solidFill>
                  <a:schemeClr val="bg1"/>
                </a:solidFill>
              </a:endParaRPr>
            </a:p>
          </p:txBody>
        </p:sp>
      </p:grpSp>
      <p:sp>
        <p:nvSpPr>
          <p:cNvPr id="17" name="Elipse 16">
            <a:extLst>
              <a:ext uri="{FF2B5EF4-FFF2-40B4-BE49-F238E27FC236}">
                <a16:creationId xmlns:a16="http://schemas.microsoft.com/office/drawing/2014/main" id="{30794E27-9550-A104-EEE7-8BD964FA7E57}"/>
              </a:ext>
            </a:extLst>
          </p:cNvPr>
          <p:cNvSpPr/>
          <p:nvPr/>
        </p:nvSpPr>
        <p:spPr bwMode="gray">
          <a:xfrm>
            <a:off x="1873345" y="2116325"/>
            <a:ext cx="490124" cy="258509"/>
          </a:xfrm>
          <a:prstGeom prst="ellipse">
            <a:avLst/>
          </a:prstGeom>
          <a:noFill/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pt-BR" sz="1800" b="0" i="0" u="none" baseline="0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4A1E0C27-B579-8F64-B774-52281AC62700}"/>
              </a:ext>
            </a:extLst>
          </p:cNvPr>
          <p:cNvSpPr/>
          <p:nvPr/>
        </p:nvSpPr>
        <p:spPr bwMode="gray">
          <a:xfrm>
            <a:off x="7861195" y="1728082"/>
            <a:ext cx="285719" cy="258509"/>
          </a:xfrm>
          <a:prstGeom prst="ellipse">
            <a:avLst/>
          </a:prstGeom>
          <a:noFill/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pt-BR" sz="1800" b="0" i="0" u="none" baseline="0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16" name="Gráfico 15">
            <a:extLst>
              <a:ext uri="{FF2B5EF4-FFF2-40B4-BE49-F238E27FC236}">
                <a16:creationId xmlns:a16="http://schemas.microsoft.com/office/drawing/2014/main" id="{7EFCB34E-C6AF-4B62-AD99-7245DBDE732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68695699"/>
              </p:ext>
            </p:extLst>
          </p:nvPr>
        </p:nvGraphicFramePr>
        <p:xfrm>
          <a:off x="5539401" y="3986403"/>
          <a:ext cx="4576483" cy="28236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2869765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2BCEB-B186-9E2A-5952-39805E55F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44D10576-231C-1877-20B7-6DE91DEBD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Análise de eventos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E4B5A5F-1684-32B3-B6E3-6AB59AB7D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/// Bayer 16:9 Template Chart Pool /// September 2019</a:t>
            </a:r>
            <a:endParaRPr lang="en-US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5EBE798-70E3-E46A-66D8-5FBD51195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D9179-7A6B-4268-BEB2-F3B8EB06115B}" type="slidenum">
              <a:rPr lang="en-US" smtClean="0"/>
              <a:t>7</a:t>
            </a:fld>
            <a:endParaRPr lang="en-US" dirty="0"/>
          </a:p>
        </p:txBody>
      </p:sp>
      <p:graphicFrame>
        <p:nvGraphicFramePr>
          <p:cNvPr id="16" name="Gráfico 15">
            <a:extLst>
              <a:ext uri="{FF2B5EF4-FFF2-40B4-BE49-F238E27FC236}">
                <a16:creationId xmlns:a16="http://schemas.microsoft.com/office/drawing/2014/main" id="{8B240CA8-BF4E-2292-3939-B4231A6315A4}"/>
              </a:ext>
            </a:extLst>
          </p:cNvPr>
          <p:cNvGraphicFramePr>
            <a:graphicFrameLocks/>
          </p:cNvGraphicFramePr>
          <p:nvPr/>
        </p:nvGraphicFramePr>
        <p:xfrm>
          <a:off x="0" y="1232824"/>
          <a:ext cx="4184403" cy="25358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9" name="Gráfico 18">
            <a:extLst>
              <a:ext uri="{FF2B5EF4-FFF2-40B4-BE49-F238E27FC236}">
                <a16:creationId xmlns:a16="http://schemas.microsoft.com/office/drawing/2014/main" id="{3D6ADE94-0035-8381-C30B-57F137AEDE57}"/>
              </a:ext>
            </a:extLst>
          </p:cNvPr>
          <p:cNvGraphicFramePr>
            <a:graphicFrameLocks/>
          </p:cNvGraphicFramePr>
          <p:nvPr/>
        </p:nvGraphicFramePr>
        <p:xfrm>
          <a:off x="4009138" y="1216132"/>
          <a:ext cx="4256306" cy="26158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0" name="Gráfico 19">
            <a:extLst>
              <a:ext uri="{FF2B5EF4-FFF2-40B4-BE49-F238E27FC236}">
                <a16:creationId xmlns:a16="http://schemas.microsoft.com/office/drawing/2014/main" id="{3F65F1DE-58A0-EB4B-4E40-29B318BCF2F3}"/>
              </a:ext>
            </a:extLst>
          </p:cNvPr>
          <p:cNvGraphicFramePr>
            <a:graphicFrameLocks/>
          </p:cNvGraphicFramePr>
          <p:nvPr/>
        </p:nvGraphicFramePr>
        <p:xfrm>
          <a:off x="8090178" y="1232824"/>
          <a:ext cx="4100235" cy="25293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2" name="Gráfico 21">
            <a:extLst>
              <a:ext uri="{FF2B5EF4-FFF2-40B4-BE49-F238E27FC236}">
                <a16:creationId xmlns:a16="http://schemas.microsoft.com/office/drawing/2014/main" id="{7D81862F-742C-C502-B568-0720A1ADFCE0}"/>
              </a:ext>
            </a:extLst>
          </p:cNvPr>
          <p:cNvGraphicFramePr>
            <a:graphicFrameLocks/>
          </p:cNvGraphicFramePr>
          <p:nvPr/>
        </p:nvGraphicFramePr>
        <p:xfrm>
          <a:off x="1622298" y="4110130"/>
          <a:ext cx="4472908" cy="26158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4" name="Gráfico 23">
            <a:extLst>
              <a:ext uri="{FF2B5EF4-FFF2-40B4-BE49-F238E27FC236}">
                <a16:creationId xmlns:a16="http://schemas.microsoft.com/office/drawing/2014/main" id="{8342E1E4-1BEE-BCDC-72F2-A96F852E6BA1}"/>
              </a:ext>
            </a:extLst>
          </p:cNvPr>
          <p:cNvGraphicFramePr>
            <a:graphicFrameLocks/>
          </p:cNvGraphicFramePr>
          <p:nvPr/>
        </p:nvGraphicFramePr>
        <p:xfrm>
          <a:off x="6076581" y="4025793"/>
          <a:ext cx="4578350" cy="27844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7" name="Elipse 26">
            <a:extLst>
              <a:ext uri="{FF2B5EF4-FFF2-40B4-BE49-F238E27FC236}">
                <a16:creationId xmlns:a16="http://schemas.microsoft.com/office/drawing/2014/main" id="{40C23BD4-0C03-8660-D330-E96F59A839CF}"/>
              </a:ext>
            </a:extLst>
          </p:cNvPr>
          <p:cNvSpPr/>
          <p:nvPr/>
        </p:nvSpPr>
        <p:spPr bwMode="gray">
          <a:xfrm>
            <a:off x="3122762" y="2087592"/>
            <a:ext cx="966159" cy="595223"/>
          </a:xfrm>
          <a:prstGeom prst="ellipse">
            <a:avLst/>
          </a:prstGeom>
          <a:noFill/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pt-BR" sz="1800" b="0" i="0" u="none" baseline="0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5" name="Elipse 34">
            <a:extLst>
              <a:ext uri="{FF2B5EF4-FFF2-40B4-BE49-F238E27FC236}">
                <a16:creationId xmlns:a16="http://schemas.microsoft.com/office/drawing/2014/main" id="{0E7A4C80-885F-AA41-0B33-60240D8C8EDE}"/>
              </a:ext>
            </a:extLst>
          </p:cNvPr>
          <p:cNvSpPr/>
          <p:nvPr/>
        </p:nvSpPr>
        <p:spPr bwMode="gray">
          <a:xfrm>
            <a:off x="7798217" y="4601874"/>
            <a:ext cx="395478" cy="272051"/>
          </a:xfrm>
          <a:prstGeom prst="ellipse">
            <a:avLst/>
          </a:prstGeom>
          <a:noFill/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pt-BR" sz="1800" b="0" i="0" u="none" baseline="0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B2779312-64B4-81AC-B13B-C605AD105BAC}"/>
              </a:ext>
            </a:extLst>
          </p:cNvPr>
          <p:cNvSpPr/>
          <p:nvPr/>
        </p:nvSpPr>
        <p:spPr bwMode="gray">
          <a:xfrm>
            <a:off x="4036356" y="4873925"/>
            <a:ext cx="337214" cy="211179"/>
          </a:xfrm>
          <a:prstGeom prst="ellipse">
            <a:avLst/>
          </a:prstGeom>
          <a:noFill/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pt-BR" sz="1800" b="0" i="0" u="none" baseline="0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40" name="Elipse 39">
            <a:extLst>
              <a:ext uri="{FF2B5EF4-FFF2-40B4-BE49-F238E27FC236}">
                <a16:creationId xmlns:a16="http://schemas.microsoft.com/office/drawing/2014/main" id="{9EC73BAA-C078-3011-85DA-6943486F2AAA}"/>
              </a:ext>
            </a:extLst>
          </p:cNvPr>
          <p:cNvSpPr/>
          <p:nvPr/>
        </p:nvSpPr>
        <p:spPr bwMode="gray">
          <a:xfrm>
            <a:off x="5677841" y="4768335"/>
            <a:ext cx="337214" cy="211179"/>
          </a:xfrm>
          <a:prstGeom prst="ellipse">
            <a:avLst/>
          </a:prstGeom>
          <a:noFill/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pt-BR" sz="1800" b="0" i="0" u="none" baseline="0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858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35" grpId="0" animBg="1"/>
      <p:bldP spid="39" grpId="0" animBg="1"/>
      <p:bldP spid="4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23DDD-4652-0D4F-0721-8B57C87C0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A4C9FB0F-9BF0-88CA-74F6-4D43B5ADA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Levantamento de eventos de ferro alto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1223FA4-5FFD-6351-F7AD-74E4EC161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/// Bayer 16:9 Template Chart Pool /// September 2019</a:t>
            </a:r>
            <a:endParaRPr lang="en-US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619B46D-F006-B6AC-522D-10DF769B7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D9179-7A6B-4268-BEB2-F3B8EB06115B}" type="slidenum">
              <a:rPr lang="en-US" smtClean="0"/>
              <a:t>8</a:t>
            </a:fld>
            <a:endParaRPr lang="en-US" dirty="0"/>
          </a:p>
        </p:txBody>
      </p:sp>
      <p:sp>
        <p:nvSpPr>
          <p:cNvPr id="2" name="Subtítulo 17">
            <a:extLst>
              <a:ext uri="{FF2B5EF4-FFF2-40B4-BE49-F238E27FC236}">
                <a16:creationId xmlns:a16="http://schemas.microsoft.com/office/drawing/2014/main" id="{3274253C-8A2C-D5C1-1EF1-2A351D8A543B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912809" y="1317154"/>
            <a:ext cx="10798461" cy="711192"/>
          </a:xfrm>
        </p:spPr>
        <p:txBody>
          <a:bodyPr/>
          <a:lstStyle/>
          <a:p>
            <a:r>
              <a:rPr lang="pt-BR" sz="1600" b="1" dirty="0"/>
              <a:t>Objetivo</a:t>
            </a:r>
            <a:r>
              <a:rPr lang="pt-BR" sz="1600" dirty="0"/>
              <a:t>: Avaliar quantas ocorrências de ferro alto têm ocorrido do período de 2017 a 2025, para auxiliar na tomada de decisão de parada de reator.</a:t>
            </a:r>
          </a:p>
          <a:p>
            <a:endParaRPr lang="pt-B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600" dirty="0"/>
          </a:p>
          <a:p>
            <a:endParaRPr lang="pt-BR" sz="1600" dirty="0"/>
          </a:p>
        </p:txBody>
      </p:sp>
      <p:graphicFrame>
        <p:nvGraphicFramePr>
          <p:cNvPr id="11" name="Gráfico 10">
            <a:extLst>
              <a:ext uri="{FF2B5EF4-FFF2-40B4-BE49-F238E27FC236}">
                <a16:creationId xmlns:a16="http://schemas.microsoft.com/office/drawing/2014/main" id="{845C1768-A4AA-FA00-BD48-3A9D95A7384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61619430"/>
              </p:ext>
            </p:extLst>
          </p:nvPr>
        </p:nvGraphicFramePr>
        <p:xfrm>
          <a:off x="2796783" y="2212848"/>
          <a:ext cx="6596846" cy="38039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Subtítulo 17">
            <a:extLst>
              <a:ext uri="{FF2B5EF4-FFF2-40B4-BE49-F238E27FC236}">
                <a16:creationId xmlns:a16="http://schemas.microsoft.com/office/drawing/2014/main" id="{EB05FC09-AB8D-0642-F34C-64E0F6750176}"/>
              </a:ext>
            </a:extLst>
          </p:cNvPr>
          <p:cNvSpPr txBox="1">
            <a:spLocks/>
          </p:cNvSpPr>
          <p:nvPr/>
        </p:nvSpPr>
        <p:spPr bwMode="gray">
          <a:xfrm>
            <a:off x="392006" y="6309254"/>
            <a:ext cx="10798461" cy="24759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ts val="300"/>
              </a:spcBef>
              <a:spcAft>
                <a:spcPts val="600"/>
              </a:spcAft>
              <a:buFontTx/>
              <a:buNone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spcBef>
                <a:spcPts val="300"/>
              </a:spcBef>
              <a:spcAft>
                <a:spcPts val="600"/>
              </a:spcAft>
              <a:buFontTx/>
              <a:buNone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spcBef>
                <a:spcPts val="300"/>
              </a:spcBef>
              <a:spcAft>
                <a:spcPts val="600"/>
              </a:spcAft>
              <a:buFontTx/>
              <a:buNone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spcBef>
                <a:spcPts val="300"/>
              </a:spcBef>
              <a:spcAft>
                <a:spcPts val="600"/>
              </a:spcAft>
              <a:buFontTx/>
              <a:buNone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spcBef>
                <a:spcPts val="300"/>
              </a:spcBef>
              <a:spcAft>
                <a:spcPts val="600"/>
              </a:spcAft>
              <a:buFontTx/>
              <a:buNone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spcBef>
                <a:spcPts val="300"/>
              </a:spcBef>
              <a:spcAft>
                <a:spcPts val="600"/>
              </a:spcAft>
              <a:buFontTx/>
              <a:buNone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spcBef>
                <a:spcPts val="300"/>
              </a:spcBef>
              <a:spcAft>
                <a:spcPts val="600"/>
              </a:spcAft>
              <a:buFontTx/>
              <a:buNone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spcBef>
                <a:spcPts val="300"/>
              </a:spcBef>
              <a:spcAft>
                <a:spcPts val="600"/>
              </a:spcAft>
              <a:buFontTx/>
              <a:buNone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 dirty="0" err="1"/>
              <a:t>Obs</a:t>
            </a:r>
            <a:r>
              <a:rPr lang="pt-BR" sz="1400" dirty="0"/>
              <a:t>: Dados coletados de 01/01/2017 a 22/10/2025</a:t>
            </a:r>
          </a:p>
          <a:p>
            <a:endParaRPr lang="pt-B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400" dirty="0"/>
          </a:p>
          <a:p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415476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D68F5-F34F-0B62-0FBC-C2EF0A37D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DB57B1A8-5C12-2349-E5F3-978CE8ABF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Levantamento de eventos de ferro alto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90C1DC4-087D-F86A-A3A2-D52D2CD41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/// Bayer 16:9 Template Chart Pool /// September 2019</a:t>
            </a:r>
            <a:endParaRPr lang="en-US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95ED1E0-E732-98D4-BB69-569099AA1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D9179-7A6B-4268-BEB2-F3B8EB06115B}" type="slidenum">
              <a:rPr lang="en-US" smtClean="0"/>
              <a:t>9</a:t>
            </a:fld>
            <a:endParaRPr lang="en-US" dirty="0"/>
          </a:p>
        </p:txBody>
      </p:sp>
      <p:sp>
        <p:nvSpPr>
          <p:cNvPr id="7" name="Subtítulo 6">
            <a:extLst>
              <a:ext uri="{FF2B5EF4-FFF2-40B4-BE49-F238E27FC236}">
                <a16:creationId xmlns:a16="http://schemas.microsoft.com/office/drawing/2014/main" id="{EBD9C2B8-C450-A1B5-5C20-79A048079FBC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endParaRPr lang="pt-BR"/>
          </a:p>
        </p:txBody>
      </p:sp>
      <p:graphicFrame>
        <p:nvGraphicFramePr>
          <p:cNvPr id="8" name="Gráfico 7">
            <a:extLst>
              <a:ext uri="{FF2B5EF4-FFF2-40B4-BE49-F238E27FC236}">
                <a16:creationId xmlns:a16="http://schemas.microsoft.com/office/drawing/2014/main" id="{BDFB1528-D577-7F3B-6CD1-51E4A432B17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37555281"/>
              </p:ext>
            </p:extLst>
          </p:nvPr>
        </p:nvGraphicFramePr>
        <p:xfrm>
          <a:off x="2410174" y="1734660"/>
          <a:ext cx="7629938" cy="44192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Subtítulo 17">
            <a:extLst>
              <a:ext uri="{FF2B5EF4-FFF2-40B4-BE49-F238E27FC236}">
                <a16:creationId xmlns:a16="http://schemas.microsoft.com/office/drawing/2014/main" id="{BBEB4AEB-721F-3526-B722-C103AE0985ED}"/>
              </a:ext>
            </a:extLst>
          </p:cNvPr>
          <p:cNvSpPr txBox="1">
            <a:spLocks/>
          </p:cNvSpPr>
          <p:nvPr/>
        </p:nvSpPr>
        <p:spPr bwMode="gray">
          <a:xfrm>
            <a:off x="392006" y="6309254"/>
            <a:ext cx="10798461" cy="24759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ts val="300"/>
              </a:spcBef>
              <a:spcAft>
                <a:spcPts val="600"/>
              </a:spcAft>
              <a:buFontTx/>
              <a:buNone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spcBef>
                <a:spcPts val="300"/>
              </a:spcBef>
              <a:spcAft>
                <a:spcPts val="600"/>
              </a:spcAft>
              <a:buFontTx/>
              <a:buNone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spcBef>
                <a:spcPts val="300"/>
              </a:spcBef>
              <a:spcAft>
                <a:spcPts val="600"/>
              </a:spcAft>
              <a:buFontTx/>
              <a:buNone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spcBef>
                <a:spcPts val="300"/>
              </a:spcBef>
              <a:spcAft>
                <a:spcPts val="600"/>
              </a:spcAft>
              <a:buFontTx/>
              <a:buNone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spcBef>
                <a:spcPts val="300"/>
              </a:spcBef>
              <a:spcAft>
                <a:spcPts val="600"/>
              </a:spcAft>
              <a:buFontTx/>
              <a:buNone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spcBef>
                <a:spcPts val="300"/>
              </a:spcBef>
              <a:spcAft>
                <a:spcPts val="600"/>
              </a:spcAft>
              <a:buFontTx/>
              <a:buNone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spcBef>
                <a:spcPts val="300"/>
              </a:spcBef>
              <a:spcAft>
                <a:spcPts val="600"/>
              </a:spcAft>
              <a:buFontTx/>
              <a:buNone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spcBef>
                <a:spcPts val="300"/>
              </a:spcBef>
              <a:spcAft>
                <a:spcPts val="600"/>
              </a:spcAft>
              <a:buFontTx/>
              <a:buNone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 dirty="0" err="1"/>
              <a:t>Obs</a:t>
            </a:r>
            <a:r>
              <a:rPr lang="pt-BR" sz="1400" dirty="0"/>
              <a:t>: Dados coletados de 01/01/2017 a 22/10/2025</a:t>
            </a:r>
          </a:p>
          <a:p>
            <a:endParaRPr lang="pt-B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400" dirty="0"/>
          </a:p>
          <a:p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2411406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3FA6C-15E3-08BB-BA09-9D073FE49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11AF07B9-E0A5-4D99-1900-8065D7E95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Conclusão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D4A2B49-9CE8-9A3A-5278-8625F123E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/// Bayer 16:9 Template Chart Pool /// September 2019</a:t>
            </a:r>
            <a:endParaRPr lang="en-US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1BFD1D1-B77F-20B5-B590-2AB5EB6EB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D9179-7A6B-4268-BEB2-F3B8EB06115B}" type="slidenum">
              <a:rPr lang="en-US" smtClean="0"/>
              <a:t>10</a:t>
            </a:fld>
            <a:endParaRPr lang="en-US" dirty="0"/>
          </a:p>
        </p:txBody>
      </p:sp>
      <p:sp>
        <p:nvSpPr>
          <p:cNvPr id="2" name="Subtítulo 17">
            <a:extLst>
              <a:ext uri="{FF2B5EF4-FFF2-40B4-BE49-F238E27FC236}">
                <a16:creationId xmlns:a16="http://schemas.microsoft.com/office/drawing/2014/main" id="{DC0FA225-C2CE-3413-F20A-B67928F29CCA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912809" y="1560994"/>
            <a:ext cx="10798461" cy="2510674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Não foi possível determinar um perfil de elevação de ferro para eventos de falha dos reatores;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Ferro acima do limite definido no Plano de Amostragem -&gt; 40% da amostra analisada apresentou resultado de ferro elevado (&gt;5 </a:t>
            </a:r>
            <a:r>
              <a:rPr lang="pt-BR" dirty="0" err="1"/>
              <a:t>ppm</a:t>
            </a:r>
            <a:r>
              <a:rPr lang="pt-BR" dirty="0"/>
              <a:t>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Com base nos eventos analisados, o resultado de ferro não garante </a:t>
            </a:r>
            <a:r>
              <a:rPr lang="pt-BR" b="1" dirty="0"/>
              <a:t>prever a falha nos reatores.</a:t>
            </a: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50522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65687-A6CB-E585-18B0-0F618CC8E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84C28A4E-A84C-4DC4-5EEF-1B77B35D0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OBJETIVOS DA ANÁLISE PELA FUTURAI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E04036F-EC9A-7180-766F-CB7C8EEE3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/// Bayer 16:9 Template Chart Pool /// September 2019</a:t>
            </a:r>
            <a:endParaRPr lang="en-US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CB7CD32-8847-E933-7CCE-9C4619890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D9179-7A6B-4268-BEB2-F3B8EB06115B}" type="slidenum">
              <a:rPr lang="en-US" smtClean="0"/>
              <a:t>11</a:t>
            </a:fld>
            <a:endParaRPr lang="en-US" dirty="0"/>
          </a:p>
        </p:txBody>
      </p:sp>
      <p:sp>
        <p:nvSpPr>
          <p:cNvPr id="2" name="Subtítulo 17">
            <a:extLst>
              <a:ext uri="{FF2B5EF4-FFF2-40B4-BE49-F238E27FC236}">
                <a16:creationId xmlns:a16="http://schemas.microsoft.com/office/drawing/2014/main" id="{6E72BF9E-4A62-1150-22C1-28E30D98A584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912809" y="1143899"/>
            <a:ext cx="10798461" cy="5176690"/>
          </a:xfrm>
        </p:spPr>
        <p:txBody>
          <a:bodyPr/>
          <a:lstStyle/>
          <a:p>
            <a:r>
              <a:rPr lang="pt-BR" sz="1600" dirty="0"/>
              <a:t>Etapa 1: Mapeamento de Padrões e Clusterização (Aprendizado Não Supervisionado)</a:t>
            </a:r>
          </a:p>
          <a:p>
            <a:r>
              <a:rPr lang="pt-BR" sz="1600" dirty="0"/>
              <a:t>Nesta fase inicial, realizaremos uma análise exploratória profunda nos dados de concentração de Ferro (Fe) dos reatores de PIA. O objetivo é identificar comportamentos e padrões naturais da operação ao longo do tempo sem a influência de rótulos prévios. Essa abordagem permite descobrir correlações ocultas e entender a dinâmica do processo antes da classificação final.</a:t>
            </a:r>
          </a:p>
          <a:p>
            <a:r>
              <a:rPr lang="pt-BR" sz="1600" dirty="0"/>
              <a:t>Etapa 2: Modelagem Preditiva e Acurácia (Aprendizado Supervisionado)</a:t>
            </a:r>
          </a:p>
          <a:p>
            <a:r>
              <a:rPr lang="pt-BR" sz="1600" dirty="0"/>
              <a:t>Com base nos padrões identificados, integraremos o histórico de resultados de condenação para treinar algoritmos especializados em séries temporais, utilizando uma metodologia de treino e validação cruzada especificamente desenhada para mitigar o atual índice de falsos positivos. O objetivo central é superar a assertividade do modelo </a:t>
            </a:r>
            <a:r>
              <a:rPr lang="pt-BR" sz="1600" dirty="0" err="1"/>
              <a:t>univariado</a:t>
            </a:r>
            <a:r>
              <a:rPr lang="pt-BR" sz="1600" dirty="0"/>
              <a:t> vigente, que se limita a um patamar fixo de concentração de Ferro (Fe), entregando uma ferramenta robusta que otimize a tomada de decisão e reduza perdas financeiras causadas por condenações indevidas.</a:t>
            </a:r>
          </a:p>
          <a:p>
            <a:r>
              <a:rPr lang="pt-BR" sz="1600" dirty="0"/>
              <a:t>Etapa 3: Entrega Técnica e Autonomia Operacional</a:t>
            </a:r>
          </a:p>
          <a:p>
            <a:r>
              <a:rPr lang="pt-BR" sz="1600" dirty="0"/>
              <a:t>Consolidação e transferência do algoritmo de melhor performance, desenvolvido na linguagem de programação mais adequada à infraestrutura da Bayer. Mais do que a entrega de um código, o foco desta etapa é garantir a autonomia da equipe interna, permitindo que a Bayer monitore a evolução dos reatores e tome decisões baseadas em dados de forma independente baseados no racional construído através das análises.</a:t>
            </a:r>
          </a:p>
          <a:p>
            <a:endParaRPr lang="pt-BR" sz="1600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8748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NDO_REDO_REVISIO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FALLBACK_LAYOUT" val="11"/>
  <p:tag name="MIO_SHOW_DATE" val="True"/>
  <p:tag name="MIO_SHOW_FOOTER" val="True"/>
  <p:tag name="MIO_SHOW_PAGENUMBER" val="True"/>
  <p:tag name="MIO_AVOID_BLANK_LAYOUT" val="True"/>
  <p:tag name="MIO_CD_LAYOUT_VALID_AREA" val="False"/>
  <p:tag name="MIO_NUMBER_OF_VALID_LAYOUTS" val="16"/>
  <p:tag name="MIO_HDS" val="True"/>
  <p:tag name="MIO_SKIPVERSION" val="01.01.0001 00:00:00"/>
  <p:tag name="MIO_EKGUID" val="106612b7-7cda-4c66-a943-3c88b56a92d2"/>
  <p:tag name="MIO_UPDATE" val="True"/>
  <p:tag name="MIO_VERSION" val="05.09.2018 15:12:17"/>
  <p:tag name="MIO_DBID" val="8E7267AE-489F-4B02-8040-8A98451BF141"/>
  <p:tag name="MIO_LASTDOWNLOADED" val="06.09.2018 11:39:48"/>
  <p:tag name="MIO_OBJECTNAME" val="Master Bayer AG 16:9 pre final"/>
  <p:tag name="MIO_CDID" val="cd9a71c7-8ed9-41a1-8303-1a6d1985851a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heme/theme1.xml><?xml version="1.0" encoding="utf-8"?>
<a:theme xmlns:a="http://schemas.openxmlformats.org/drawingml/2006/main" name="PR_BAG_PPT-master_16-9">
  <a:themeElements>
    <a:clrScheme name="Bayer 2017">
      <a:dk1>
        <a:srgbClr val="000000"/>
      </a:dk1>
      <a:lt1>
        <a:srgbClr val="FFFFFF"/>
      </a:lt1>
      <a:dk2>
        <a:srgbClr val="FF3162"/>
      </a:dk2>
      <a:lt2>
        <a:srgbClr val="624963"/>
      </a:lt2>
      <a:accent1>
        <a:srgbClr val="10384F"/>
      </a:accent1>
      <a:accent2>
        <a:srgbClr val="00BCFF"/>
      </a:accent2>
      <a:accent3>
        <a:srgbClr val="004422"/>
      </a:accent3>
      <a:accent4>
        <a:srgbClr val="89D329"/>
      </a:accent4>
      <a:accent5>
        <a:srgbClr val="443247"/>
      </a:accent5>
      <a:accent6>
        <a:srgbClr val="D30F4B"/>
      </a:accent6>
      <a:hlink>
        <a:srgbClr val="00BCFF"/>
      </a:hlink>
      <a:folHlink>
        <a:srgbClr val="89D329"/>
      </a:folHlink>
    </a:clrScheme>
    <a:fontScheme name="Arial">
      <a:majorFont>
        <a:latin typeface="Arial"/>
        <a:ea typeface="Arial Unicode MS"/>
        <a:cs typeface="Arial"/>
      </a:majorFont>
      <a:minorFont>
        <a:latin typeface="Arial"/>
        <a:ea typeface="Arial Unicode MS"/>
        <a:cs typeface="Arial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tlCol="0" anchor="ctr"/>
      <a:lstStyle>
        <a:defPPr algn="ctr" rtl="0" eaLnBrk="1" fontAlgn="auto" hangingPunct="1">
          <a:lnSpc>
            <a:spcPct val="100000"/>
          </a:lnSpc>
          <a:spcBef>
            <a:spcPts val="0"/>
          </a:spcBef>
          <a:spcAft>
            <a:spcPts val="0"/>
          </a:spcAft>
          <a:defRPr sz="1800" b="0" i="0" u="none" baseline="0" dirty="0" smtClean="0">
            <a:solidFill>
              <a:srgbClr val="FFFFFF"/>
            </a:solidFill>
            <a:latin typeface="Arial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63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vert="horz" wrap="square" lIns="0" tIns="0" rIns="0" bIns="0" rtlCol="0">
        <a:noAutofit/>
      </a:bodyPr>
      <a:lstStyle>
        <a:defPPr algn="l" rtl="0" eaLnBrk="1" fontAlgn="auto" hangingPunct="1">
          <a:lnSpc>
            <a:spcPct val="100000"/>
          </a:lnSpc>
          <a:spcBef>
            <a:spcPts val="0"/>
          </a:spcBef>
          <a:spcAft>
            <a:spcPts val="0"/>
          </a:spcAft>
          <a:defRPr sz="1800" b="0" i="0" u="none" baseline="0" dirty="0" smtClean="0">
            <a:solidFill>
              <a:srgbClr val="000000"/>
            </a:solidFill>
            <a:latin typeface="Arial" panose="020B0604020202020204" pitchFamily="34" charset="0"/>
          </a:defRPr>
        </a:defPPr>
      </a:lstStyle>
    </a:txDef>
  </a:objectDefaults>
  <a:extraClrSchemeLst/>
  <a:custClrLst>
    <a:custClr name="Raspberry">
      <a:srgbClr val="D30F4B"/>
    </a:custClr>
    <a:custClr name="Fuchsia">
      <a:srgbClr val="FF3162"/>
    </a:custClr>
    <a:custClr name="DarkPurple">
      <a:srgbClr val="443247"/>
    </a:custClr>
    <a:custClr name="MidPurple">
      <a:srgbClr val="624963"/>
    </a:custClr>
    <a:custClr name="DarkBlue">
      <a:srgbClr val="10384F"/>
    </a:custClr>
    <a:custClr name="MidBlue">
      <a:srgbClr val="00617F"/>
    </a:custClr>
    <a:custClr name="Blue">
      <a:srgbClr val="0091DF"/>
    </a:custClr>
    <a:custClr name="BrightBlue">
      <a:srgbClr val="00BCFF"/>
    </a:custClr>
    <a:custClr name="DarkGreen">
      <a:srgbClr val="004422"/>
    </a:custClr>
    <a:custClr name="MidGreen">
      <a:srgbClr val="2B6636"/>
    </a:custClr>
    <a:custClr name="Green">
      <a:srgbClr val="66B512"/>
    </a:custClr>
    <a:custClr name="BrightGreen">
      <a:srgbClr val="89D329"/>
    </a:custClr>
    <a:custClr name="TrafficLightRed">
      <a:srgbClr val="CC0000"/>
    </a:custClr>
    <a:custClr name="TrafficLightYellow">
      <a:srgbClr val="FFCC00"/>
    </a:custClr>
    <a:custClr name="TrafficLightGreen">
      <a:srgbClr val="66B512"/>
    </a:custClr>
  </a:custClrLst>
  <a:extLst>
    <a:ext uri="{05A4C25C-085E-4340-85A3-A5531E510DB2}">
      <thm15:themeFamily xmlns:thm15="http://schemas.microsoft.com/office/thememl/2012/main" name="Präsentation5" id="{FE40C47C-F079-4000-A73F-67140F457692}" vid="{31758418-F63E-42BF-9EC2-78A252D5EC4E}"/>
    </a:ext>
  </a:extLst>
</a:theme>
</file>

<file path=ppt/theme/theme2.xml><?xml version="1.0" encoding="utf-8"?>
<a:theme xmlns:a="http://schemas.openxmlformats.org/drawingml/2006/main" name="Office Theme">
  <a:themeElements>
    <a:clrScheme name="Bayer 2017">
      <a:dk1>
        <a:srgbClr val="000000"/>
      </a:dk1>
      <a:lt1>
        <a:srgbClr val="FFFFFF"/>
      </a:lt1>
      <a:dk2>
        <a:srgbClr val="FF3162"/>
      </a:dk2>
      <a:lt2>
        <a:srgbClr val="624963"/>
      </a:lt2>
      <a:accent1>
        <a:srgbClr val="10384F"/>
      </a:accent1>
      <a:accent2>
        <a:srgbClr val="00BCFF"/>
      </a:accent2>
      <a:accent3>
        <a:srgbClr val="004422"/>
      </a:accent3>
      <a:accent4>
        <a:srgbClr val="89D329"/>
      </a:accent4>
      <a:accent5>
        <a:srgbClr val="443247"/>
      </a:accent5>
      <a:accent6>
        <a:srgbClr val="D30F4B"/>
      </a:accent6>
      <a:hlink>
        <a:srgbClr val="00BCFF"/>
      </a:hlink>
      <a:folHlink>
        <a:srgbClr val="89D329"/>
      </a:folHlink>
    </a:clrScheme>
    <a:fontScheme name="Arial">
      <a:majorFont>
        <a:latin typeface="Arial"/>
        <a:ea typeface="Arial Unicode MS"/>
        <a:cs typeface="Arial"/>
      </a:majorFont>
      <a:minorFont>
        <a:latin typeface="Arial"/>
        <a:ea typeface="Arial Unicode MS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ayer 2017">
      <a:dk1>
        <a:srgbClr val="000000"/>
      </a:dk1>
      <a:lt1>
        <a:srgbClr val="FFFFFF"/>
      </a:lt1>
      <a:dk2>
        <a:srgbClr val="FF3162"/>
      </a:dk2>
      <a:lt2>
        <a:srgbClr val="624963"/>
      </a:lt2>
      <a:accent1>
        <a:srgbClr val="10384F"/>
      </a:accent1>
      <a:accent2>
        <a:srgbClr val="00BCFF"/>
      </a:accent2>
      <a:accent3>
        <a:srgbClr val="004422"/>
      </a:accent3>
      <a:accent4>
        <a:srgbClr val="89D329"/>
      </a:accent4>
      <a:accent5>
        <a:srgbClr val="443247"/>
      </a:accent5>
      <a:accent6>
        <a:srgbClr val="D30F4B"/>
      </a:accent6>
      <a:hlink>
        <a:srgbClr val="00BCFF"/>
      </a:hlink>
      <a:folHlink>
        <a:srgbClr val="89D329"/>
      </a:folHlink>
    </a:clrScheme>
    <a:fontScheme name="Arial">
      <a:majorFont>
        <a:latin typeface="Arial"/>
        <a:ea typeface="Arial Unicode MS"/>
        <a:cs typeface="Arial"/>
      </a:majorFont>
      <a:minorFont>
        <a:latin typeface="Arial"/>
        <a:ea typeface="Arial Unicode MS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pr_bg_title-slides_16-9_2019-09-04</Template>
  <TotalTime>4917</TotalTime>
  <Words>1090</Words>
  <Application>Microsoft Office PowerPoint</Application>
  <PresentationFormat>Personalizar</PresentationFormat>
  <Paragraphs>243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4" baseType="lpstr">
      <vt:lpstr>Arial</vt:lpstr>
      <vt:lpstr>Calibri</vt:lpstr>
      <vt:lpstr>PR_BAG_PPT-master_16-9</vt:lpstr>
      <vt:lpstr>Contexto</vt:lpstr>
      <vt:lpstr>Histórico de falha nos reatores</vt:lpstr>
      <vt:lpstr>Histórico de falha nos reatores</vt:lpstr>
      <vt:lpstr>Histórico de falha nos reatores</vt:lpstr>
      <vt:lpstr>Análise de eventos</vt:lpstr>
      <vt:lpstr>Análise de eventos</vt:lpstr>
      <vt:lpstr>Análise de eventos</vt:lpstr>
      <vt:lpstr>Levantamento de eventos de ferro alto</vt:lpstr>
      <vt:lpstr>Levantamento de eventos de ferro alto</vt:lpstr>
      <vt:lpstr>Conclusão</vt:lpstr>
      <vt:lpstr>OBJETIVOS DA ANÁLISE PELA FUTURAI</vt:lpstr>
    </vt:vector>
  </TitlesOfParts>
  <Company>Bayer AG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Ivanna Pitanga</dc:creator>
  <cp:lastModifiedBy>Gabriel Falcone</cp:lastModifiedBy>
  <cp:revision>8</cp:revision>
  <cp:lastPrinted>2017-10-23T10:44:12Z</cp:lastPrinted>
  <dcterms:created xsi:type="dcterms:W3CDTF">2025-10-07T13:30:14Z</dcterms:created>
  <dcterms:modified xsi:type="dcterms:W3CDTF">2026-08-07T15:57:40Z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LabelPos">
    <vt:lpwstr>836;514;810;514;854;514</vt:lpwstr>
  </property>
  <property fmtid="{D5CDD505-2E9C-101B-9397-08002B2CF9AE}" pid="3" name="MSIP_Label_2c76c141-ac86-40e5-abf2-c6f60e474cee_Enabled">
    <vt:lpwstr>true</vt:lpwstr>
  </property>
  <property fmtid="{D5CDD505-2E9C-101B-9397-08002B2CF9AE}" pid="4" name="MSIP_Label_2c76c141-ac86-40e5-abf2-c6f60e474cee_SetDate">
    <vt:lpwstr>2025-10-07T16:50:29Z</vt:lpwstr>
  </property>
  <property fmtid="{D5CDD505-2E9C-101B-9397-08002B2CF9AE}" pid="5" name="MSIP_Label_2c76c141-ac86-40e5-abf2-c6f60e474cee_Method">
    <vt:lpwstr>Privileged</vt:lpwstr>
  </property>
  <property fmtid="{D5CDD505-2E9C-101B-9397-08002B2CF9AE}" pid="6" name="MSIP_Label_2c76c141-ac86-40e5-abf2-c6f60e474cee_Name">
    <vt:lpwstr>2c76c141-ac86-40e5-abf2-c6f60e474cee</vt:lpwstr>
  </property>
  <property fmtid="{D5CDD505-2E9C-101B-9397-08002B2CF9AE}" pid="7" name="MSIP_Label_2c76c141-ac86-40e5-abf2-c6f60e474cee_SiteId">
    <vt:lpwstr>fcb2b37b-5da0-466b-9b83-0014b67a7c78</vt:lpwstr>
  </property>
  <property fmtid="{D5CDD505-2E9C-101B-9397-08002B2CF9AE}" pid="8" name="MSIP_Label_2c76c141-ac86-40e5-abf2-c6f60e474cee_ActionId">
    <vt:lpwstr>743d76df-528f-4ca7-96d2-d091d7ddba24</vt:lpwstr>
  </property>
  <property fmtid="{D5CDD505-2E9C-101B-9397-08002B2CF9AE}" pid="9" name="MSIP_Label_2c76c141-ac86-40e5-abf2-c6f60e474cee_ContentBits">
    <vt:lpwstr>2</vt:lpwstr>
  </property>
  <property fmtid="{D5CDD505-2E9C-101B-9397-08002B2CF9AE}" pid="10" name="MSIP_Label_2c76c141-ac86-40e5-abf2-c6f60e474cee_Tag">
    <vt:lpwstr>10, 0, 1, 1</vt:lpwstr>
  </property>
  <property fmtid="{D5CDD505-2E9C-101B-9397-08002B2CF9AE}" pid="11" name="ClassificationContentMarkingFooterLocations">
    <vt:lpwstr>PR_BAG_PPT-master_16-9:9</vt:lpwstr>
  </property>
  <property fmtid="{D5CDD505-2E9C-101B-9397-08002B2CF9AE}" pid="12" name="ClassificationContentMarkingFooterText">
    <vt:lpwstr>RESTRICTED</vt:lpwstr>
  </property>
</Properties>
</file>