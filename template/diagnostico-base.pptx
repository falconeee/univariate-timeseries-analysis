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68" r:id="rId3"/>
  </p:sldIdLst>
  <p:sldSz cx="20104100" cy="11309350"/>
  <p:notesSz cx="20104100" cy="11309350"/>
  <p:embeddedFontLst>
    <p:embeddedFont>
      <p:font typeface="DM Sans" pitchFamily="2" charset="0"/>
      <p:regular r:id="rId5"/>
      <p:bold r:id="rId6"/>
      <p:italic r:id="rId7"/>
      <p:boldItalic r:id="rId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135" userDrawn="1">
          <p15:clr>
            <a:srgbClr val="000000"/>
          </p15:clr>
        </p15:guide>
        <p15:guide id="2" pos="2159" userDrawn="1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jp/Z6/kkufvwe/aMC6hxfZAgWv6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45321"/>
    <a:srgbClr val="091E3E"/>
    <a:srgbClr val="3E4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AC4AD5-70B8-409A-B86D-EB4B797518AE}" v="30" dt="2026-06-04T15:01:42.406"/>
  </p1510:revLst>
</p1510:revInfo>
</file>

<file path=ppt/tableStyles.xml><?xml version="1.0" encoding="utf-8"?>
<a:tblStyleLst xmlns:a="http://schemas.openxmlformats.org/drawingml/2006/main" def="{CEF5A196-1507-4F46-96E9-15BF39C3FD88}">
  <a:tblStyle styleId="{CEF5A196-1507-4F46-96E9-15BF39C3FD8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856" autoAdjust="0"/>
  </p:normalViewPr>
  <p:slideViewPr>
    <p:cSldViewPr snapToGrid="0">
      <p:cViewPr varScale="1">
        <p:scale>
          <a:sx n="63" d="100"/>
          <a:sy n="63" d="100"/>
        </p:scale>
        <p:origin x="840" y="102"/>
      </p:cViewPr>
      <p:guideLst>
        <p:guide orient="horz" pos="1135"/>
        <p:guide pos="215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font" Target="fonts/font3.fntdata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24" Type="http://schemas.microsoft.com/office/2016/11/relationships/changesInfo" Target="changesInfos/changesInfo1.xml"/><Relationship Id="rId5" Type="http://schemas.openxmlformats.org/officeDocument/2006/relationships/font" Target="fonts/font1.fntdata"/><Relationship Id="rId23" Type="http://schemas.openxmlformats.org/officeDocument/2006/relationships/tableStyles" Target="tableStyles.xml"/><Relationship Id="rId19" Type="http://customschemas.google.com/relationships/presentationmetadata" Target="metadata"/><Relationship Id="rId4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lipe Lobo" userId="8b1e59f4-9ff9-402b-8ebd-efadcb0ac85c" providerId="ADAL" clId="{454308E4-3695-4B76-BE9C-81D39EB8C27C}"/>
    <pc:docChg chg="undo custSel modSld">
      <pc:chgData name="Felipe Lobo" userId="8b1e59f4-9ff9-402b-8ebd-efadcb0ac85c" providerId="ADAL" clId="{454308E4-3695-4B76-BE9C-81D39EB8C27C}" dt="2026-05-14T12:39:32.811" v="3" actId="1076"/>
      <pc:docMkLst>
        <pc:docMk/>
      </pc:docMkLst>
      <pc:sldChg chg="modSp mod">
        <pc:chgData name="Felipe Lobo" userId="8b1e59f4-9ff9-402b-8ebd-efadcb0ac85c" providerId="ADAL" clId="{454308E4-3695-4B76-BE9C-81D39EB8C27C}" dt="2026-05-14T12:33:22.833" v="1" actId="1076"/>
        <pc:sldMkLst>
          <pc:docMk/>
          <pc:sldMk cId="0" sldId="260"/>
        </pc:sldMkLst>
        <pc:picChg chg="mod">
          <ac:chgData name="Felipe Lobo" userId="8b1e59f4-9ff9-402b-8ebd-efadcb0ac85c" providerId="ADAL" clId="{454308E4-3695-4B76-BE9C-81D39EB8C27C}" dt="2026-05-14T12:33:22.833" v="1" actId="1076"/>
          <ac:picMkLst>
            <pc:docMk/>
            <pc:sldMk cId="0" sldId="260"/>
            <ac:picMk id="172" creationId="{00000000-0000-0000-0000-000000000000}"/>
          </ac:picMkLst>
        </pc:picChg>
      </pc:sldChg>
      <pc:sldChg chg="modSp mod">
        <pc:chgData name="Felipe Lobo" userId="8b1e59f4-9ff9-402b-8ebd-efadcb0ac85c" providerId="ADAL" clId="{454308E4-3695-4B76-BE9C-81D39EB8C27C}" dt="2026-05-14T12:39:32.811" v="3" actId="1076"/>
        <pc:sldMkLst>
          <pc:docMk/>
          <pc:sldMk cId="0" sldId="261"/>
        </pc:sldMkLst>
        <pc:grpChg chg="mod">
          <ac:chgData name="Felipe Lobo" userId="8b1e59f4-9ff9-402b-8ebd-efadcb0ac85c" providerId="ADAL" clId="{454308E4-3695-4B76-BE9C-81D39EB8C27C}" dt="2026-05-14T12:37:41.408" v="2" actId="1076"/>
          <ac:grpSpMkLst>
            <pc:docMk/>
            <pc:sldMk cId="0" sldId="261"/>
            <ac:grpSpMk id="210" creationId="{00000000-0000-0000-0000-000000000000}"/>
          </ac:grpSpMkLst>
        </pc:grpChg>
      </pc:sldChg>
    </pc:docChg>
  </pc:docChgLst>
  <pc:docChgLst>
    <pc:chgData name="Ana Júlia Brito" userId="21d73fcd-3fe6-4105-a58a-d32fd57970d8" providerId="ADAL" clId="{B32D7618-A9B5-4373-A3DD-1947F45504D1}"/>
    <pc:docChg chg="undo redo custSel delSld modSld">
      <pc:chgData name="Ana Júlia Brito" userId="21d73fcd-3fe6-4105-a58a-d32fd57970d8" providerId="ADAL" clId="{B32D7618-A9B5-4373-A3DD-1947F45504D1}" dt="2026-06-04T15:03:51.397" v="292" actId="1035"/>
      <pc:docMkLst>
        <pc:docMk/>
      </pc:docMkLst>
      <pc:sldChg chg="addSp delSp modSp mod">
        <pc:chgData name="Ana Júlia Brito" userId="21d73fcd-3fe6-4105-a58a-d32fd57970d8" providerId="ADAL" clId="{B32D7618-A9B5-4373-A3DD-1947F45504D1}" dt="2026-06-04T15:01:05.145" v="218" actId="20577"/>
        <pc:sldMkLst>
          <pc:docMk/>
          <pc:sldMk cId="0" sldId="260"/>
        </pc:sldMkLst>
        <pc:spChg chg="add mod">
          <ac:chgData name="Ana Júlia Brito" userId="21d73fcd-3fe6-4105-a58a-d32fd57970d8" providerId="ADAL" clId="{B32D7618-A9B5-4373-A3DD-1947F45504D1}" dt="2026-06-04T14:59:18.605" v="151" actId="1036"/>
          <ac:spMkLst>
            <pc:docMk/>
            <pc:sldMk cId="0" sldId="260"/>
            <ac:spMk id="3" creationId="{7DF2CE8F-F95F-0DE5-7CD4-BB83D619209E}"/>
          </ac:spMkLst>
        </pc:spChg>
        <pc:spChg chg="add mod">
          <ac:chgData name="Ana Júlia Brito" userId="21d73fcd-3fe6-4105-a58a-d32fd57970d8" providerId="ADAL" clId="{B32D7618-A9B5-4373-A3DD-1947F45504D1}" dt="2026-06-04T15:00:34.379" v="199" actId="1037"/>
          <ac:spMkLst>
            <pc:docMk/>
            <pc:sldMk cId="0" sldId="260"/>
            <ac:spMk id="9" creationId="{2B7A386C-B32B-EF86-EF9C-83492B855586}"/>
          </ac:spMkLst>
        </pc:spChg>
        <pc:spChg chg="add mod">
          <ac:chgData name="Ana Júlia Brito" userId="21d73fcd-3fe6-4105-a58a-d32fd57970d8" providerId="ADAL" clId="{B32D7618-A9B5-4373-A3DD-1947F45504D1}" dt="2026-06-04T15:00:32.887" v="197" actId="1038"/>
          <ac:spMkLst>
            <pc:docMk/>
            <pc:sldMk cId="0" sldId="260"/>
            <ac:spMk id="11" creationId="{5557F124-3528-F017-3A37-7631AC685426}"/>
          </ac:spMkLst>
        </pc:spChg>
        <pc:spChg chg="add mod">
          <ac:chgData name="Ana Júlia Brito" userId="21d73fcd-3fe6-4105-a58a-d32fd57970d8" providerId="ADAL" clId="{B32D7618-A9B5-4373-A3DD-1947F45504D1}" dt="2026-06-04T14:59:57.490" v="172" actId="571"/>
          <ac:spMkLst>
            <pc:docMk/>
            <pc:sldMk cId="0" sldId="260"/>
            <ac:spMk id="12" creationId="{EFADA2C2-BD59-C5F2-F6E9-E408A9DC35D2}"/>
          </ac:spMkLst>
        </pc:spChg>
        <pc:spChg chg="add mod">
          <ac:chgData name="Ana Júlia Brito" userId="21d73fcd-3fe6-4105-a58a-d32fd57970d8" providerId="ADAL" clId="{B32D7618-A9B5-4373-A3DD-1947F45504D1}" dt="2026-06-04T15:00:30.265" v="189" actId="1038"/>
          <ac:spMkLst>
            <pc:docMk/>
            <pc:sldMk cId="0" sldId="260"/>
            <ac:spMk id="14" creationId="{86377263-1C11-5E91-8399-472EC6671B99}"/>
          </ac:spMkLst>
        </pc:spChg>
        <pc:spChg chg="add mod">
          <ac:chgData name="Ana Júlia Brito" userId="21d73fcd-3fe6-4105-a58a-d32fd57970d8" providerId="ADAL" clId="{B32D7618-A9B5-4373-A3DD-1947F45504D1}" dt="2026-06-04T15:00:43.397" v="200" actId="571"/>
          <ac:spMkLst>
            <pc:docMk/>
            <pc:sldMk cId="0" sldId="260"/>
            <ac:spMk id="16" creationId="{7DD17C1C-BF75-06F0-1F1A-418E70BB30B0}"/>
          </ac:spMkLst>
        </pc:spChg>
        <pc:spChg chg="add mod">
          <ac:chgData name="Ana Júlia Brito" userId="21d73fcd-3fe6-4105-a58a-d32fd57970d8" providerId="ADAL" clId="{B32D7618-A9B5-4373-A3DD-1947F45504D1}" dt="2026-06-04T15:00:43.397" v="200" actId="571"/>
          <ac:spMkLst>
            <pc:docMk/>
            <pc:sldMk cId="0" sldId="260"/>
            <ac:spMk id="18" creationId="{0C461081-8391-CD33-FC06-4DD83AB0B868}"/>
          </ac:spMkLst>
        </pc:spChg>
        <pc:spChg chg="add mod">
          <ac:chgData name="Ana Júlia Brito" userId="21d73fcd-3fe6-4105-a58a-d32fd57970d8" providerId="ADAL" clId="{B32D7618-A9B5-4373-A3DD-1947F45504D1}" dt="2026-06-04T15:00:43.397" v="200" actId="571"/>
          <ac:spMkLst>
            <pc:docMk/>
            <pc:sldMk cId="0" sldId="260"/>
            <ac:spMk id="34" creationId="{98F3B90F-8504-2D05-9C95-56CE3DC1BBB6}"/>
          </ac:spMkLst>
        </pc:spChg>
        <pc:spChg chg="add mod">
          <ac:chgData name="Ana Júlia Brito" userId="21d73fcd-3fe6-4105-a58a-d32fd57970d8" providerId="ADAL" clId="{B32D7618-A9B5-4373-A3DD-1947F45504D1}" dt="2026-06-04T15:00:43.397" v="200" actId="571"/>
          <ac:spMkLst>
            <pc:docMk/>
            <pc:sldMk cId="0" sldId="260"/>
            <ac:spMk id="36" creationId="{092353B8-9A05-7E95-6242-C52AFEFCF5E7}"/>
          </ac:spMkLst>
        </pc:spChg>
        <pc:spChg chg="del mod">
          <ac:chgData name="Ana Júlia Brito" userId="21d73fcd-3fe6-4105-a58a-d32fd57970d8" providerId="ADAL" clId="{B32D7618-A9B5-4373-A3DD-1947F45504D1}" dt="2026-06-04T14:58:57.456" v="136" actId="478"/>
          <ac:spMkLst>
            <pc:docMk/>
            <pc:sldMk cId="0" sldId="260"/>
            <ac:spMk id="43" creationId="{9927B02C-58B9-EB43-80DF-2D32791ED8CF}"/>
          </ac:spMkLst>
        </pc:spChg>
        <pc:spChg chg="del mod">
          <ac:chgData name="Ana Júlia Brito" userId="21d73fcd-3fe6-4105-a58a-d32fd57970d8" providerId="ADAL" clId="{B32D7618-A9B5-4373-A3DD-1947F45504D1}" dt="2026-06-04T14:55:45.169" v="63" actId="478"/>
          <ac:spMkLst>
            <pc:docMk/>
            <pc:sldMk cId="0" sldId="260"/>
            <ac:spMk id="44" creationId="{B15DD88E-3DE2-4948-67B3-37FF2AC871BA}"/>
          </ac:spMkLst>
        </pc:spChg>
        <pc:spChg chg="del mod">
          <ac:chgData name="Ana Júlia Brito" userId="21d73fcd-3fe6-4105-a58a-d32fd57970d8" providerId="ADAL" clId="{B32D7618-A9B5-4373-A3DD-1947F45504D1}" dt="2026-06-04T14:55:47.810" v="64" actId="478"/>
          <ac:spMkLst>
            <pc:docMk/>
            <pc:sldMk cId="0" sldId="260"/>
            <ac:spMk id="45" creationId="{5C65E52B-91EF-874E-F2CA-F627204A9478}"/>
          </ac:spMkLst>
        </pc:spChg>
        <pc:spChg chg="del mod">
          <ac:chgData name="Ana Júlia Brito" userId="21d73fcd-3fe6-4105-a58a-d32fd57970d8" providerId="ADAL" clId="{B32D7618-A9B5-4373-A3DD-1947F45504D1}" dt="2026-06-04T14:55:48.241" v="65" actId="478"/>
          <ac:spMkLst>
            <pc:docMk/>
            <pc:sldMk cId="0" sldId="260"/>
            <ac:spMk id="46" creationId="{BC797248-2F43-83E0-8DC7-5024F2D0B6DB}"/>
          </ac:spMkLst>
        </pc:spChg>
        <pc:graphicFrameChg chg="add mod modGraphic">
          <ac:chgData name="Ana Júlia Brito" userId="21d73fcd-3fe6-4105-a58a-d32fd57970d8" providerId="ADAL" clId="{B32D7618-A9B5-4373-A3DD-1947F45504D1}" dt="2026-06-04T15:00:51.047" v="204" actId="20577"/>
          <ac:graphicFrameMkLst>
            <pc:docMk/>
            <pc:sldMk cId="0" sldId="260"/>
            <ac:graphicFrameMk id="2" creationId="{0B3EC63C-3F41-F921-2CF2-92428B2A4030}"/>
          </ac:graphicFrameMkLst>
        </pc:graphicFrameChg>
        <pc:graphicFrameChg chg="add mod modGraphic">
          <ac:chgData name="Ana Júlia Brito" userId="21d73fcd-3fe6-4105-a58a-d32fd57970d8" providerId="ADAL" clId="{B32D7618-A9B5-4373-A3DD-1947F45504D1}" dt="2026-06-04T14:59:44.224" v="167" actId="571"/>
          <ac:graphicFrameMkLst>
            <pc:docMk/>
            <pc:sldMk cId="0" sldId="260"/>
            <ac:graphicFrameMk id="4" creationId="{D9CA3105-C7B0-EE97-42A6-37CD199DE2F7}"/>
          </ac:graphicFrameMkLst>
        </pc:graphicFrameChg>
        <pc:graphicFrameChg chg="add mod">
          <ac:chgData name="Ana Júlia Brito" userId="21d73fcd-3fe6-4105-a58a-d32fd57970d8" providerId="ADAL" clId="{B32D7618-A9B5-4373-A3DD-1947F45504D1}" dt="2026-06-04T14:59:36.358" v="160" actId="571"/>
          <ac:graphicFrameMkLst>
            <pc:docMk/>
            <pc:sldMk cId="0" sldId="260"/>
            <ac:graphicFrameMk id="5" creationId="{1F5678DD-2AAF-764B-50DC-50B2DD74C122}"/>
          </ac:graphicFrameMkLst>
        </pc:graphicFrameChg>
        <pc:graphicFrameChg chg="add mod">
          <ac:chgData name="Ana Júlia Brito" userId="21d73fcd-3fe6-4105-a58a-d32fd57970d8" providerId="ADAL" clId="{B32D7618-A9B5-4373-A3DD-1947F45504D1}" dt="2026-06-04T14:59:43.143" v="165" actId="571"/>
          <ac:graphicFrameMkLst>
            <pc:docMk/>
            <pc:sldMk cId="0" sldId="260"/>
            <ac:graphicFrameMk id="6" creationId="{C7E5F573-CF32-B046-AF3A-31413C48E507}"/>
          </ac:graphicFrameMkLst>
        </pc:graphicFrameChg>
        <pc:graphicFrameChg chg="add mod">
          <ac:chgData name="Ana Júlia Brito" userId="21d73fcd-3fe6-4105-a58a-d32fd57970d8" providerId="ADAL" clId="{B32D7618-A9B5-4373-A3DD-1947F45504D1}" dt="2026-06-04T14:59:42.936" v="164" actId="571"/>
          <ac:graphicFrameMkLst>
            <pc:docMk/>
            <pc:sldMk cId="0" sldId="260"/>
            <ac:graphicFrameMk id="7" creationId="{2ED12348-48D5-F27A-3CB0-0EA9E0B723A4}"/>
          </ac:graphicFrameMkLst>
        </pc:graphicFrameChg>
        <pc:graphicFrameChg chg="add mod modGraphic">
          <ac:chgData name="Ana Júlia Brito" userId="21d73fcd-3fe6-4105-a58a-d32fd57970d8" providerId="ADAL" clId="{B32D7618-A9B5-4373-A3DD-1947F45504D1}" dt="2026-06-04T15:00:58.002" v="210" actId="20577"/>
          <ac:graphicFrameMkLst>
            <pc:docMk/>
            <pc:sldMk cId="0" sldId="260"/>
            <ac:graphicFrameMk id="8" creationId="{2A12FE4C-684E-99E5-B1B2-47E214DD04FC}"/>
          </ac:graphicFrameMkLst>
        </pc:graphicFrameChg>
        <pc:graphicFrameChg chg="add mod modGraphic">
          <ac:chgData name="Ana Júlia Brito" userId="21d73fcd-3fe6-4105-a58a-d32fd57970d8" providerId="ADAL" clId="{B32D7618-A9B5-4373-A3DD-1947F45504D1}" dt="2026-06-04T15:00:56.111" v="208" actId="20577"/>
          <ac:graphicFrameMkLst>
            <pc:docMk/>
            <pc:sldMk cId="0" sldId="260"/>
            <ac:graphicFrameMk id="10" creationId="{E2D79D15-1B97-8A8E-B4A6-673B1C8F0B04}"/>
          </ac:graphicFrameMkLst>
        </pc:graphicFrameChg>
        <pc:graphicFrameChg chg="add mod modGraphic">
          <ac:chgData name="Ana Júlia Brito" userId="21d73fcd-3fe6-4105-a58a-d32fd57970d8" providerId="ADAL" clId="{B32D7618-A9B5-4373-A3DD-1947F45504D1}" dt="2026-06-04T15:00:53.313" v="206" actId="20577"/>
          <ac:graphicFrameMkLst>
            <pc:docMk/>
            <pc:sldMk cId="0" sldId="260"/>
            <ac:graphicFrameMk id="13" creationId="{16613E7B-BB81-27B7-4EDD-12211B58DE7A}"/>
          </ac:graphicFrameMkLst>
        </pc:graphicFrameChg>
        <pc:graphicFrameChg chg="add mod modGraphic">
          <ac:chgData name="Ana Júlia Brito" userId="21d73fcd-3fe6-4105-a58a-d32fd57970d8" providerId="ADAL" clId="{B32D7618-A9B5-4373-A3DD-1947F45504D1}" dt="2026-06-04T15:01:00.390" v="212" actId="20577"/>
          <ac:graphicFrameMkLst>
            <pc:docMk/>
            <pc:sldMk cId="0" sldId="260"/>
            <ac:graphicFrameMk id="15" creationId="{77C46EB7-9991-7E88-40A8-C18D9DD0E4F8}"/>
          </ac:graphicFrameMkLst>
        </pc:graphicFrameChg>
        <pc:graphicFrameChg chg="add mod modGraphic">
          <ac:chgData name="Ana Júlia Brito" userId="21d73fcd-3fe6-4105-a58a-d32fd57970d8" providerId="ADAL" clId="{B32D7618-A9B5-4373-A3DD-1947F45504D1}" dt="2026-06-04T15:01:05.145" v="218" actId="20577"/>
          <ac:graphicFrameMkLst>
            <pc:docMk/>
            <pc:sldMk cId="0" sldId="260"/>
            <ac:graphicFrameMk id="17" creationId="{E7FF6884-EEA1-F8EB-1BB1-148A3569B598}"/>
          </ac:graphicFrameMkLst>
        </pc:graphicFrameChg>
        <pc:graphicFrameChg chg="add mod modGraphic">
          <ac:chgData name="Ana Júlia Brito" userId="21d73fcd-3fe6-4105-a58a-d32fd57970d8" providerId="ADAL" clId="{B32D7618-A9B5-4373-A3DD-1947F45504D1}" dt="2026-06-04T15:01:03.670" v="216" actId="20577"/>
          <ac:graphicFrameMkLst>
            <pc:docMk/>
            <pc:sldMk cId="0" sldId="260"/>
            <ac:graphicFrameMk id="19" creationId="{9BE600CF-F0E8-F13F-CE15-3E9B1868D46C}"/>
          </ac:graphicFrameMkLst>
        </pc:graphicFrameChg>
        <pc:graphicFrameChg chg="add mod modGraphic">
          <ac:chgData name="Ana Júlia Brito" userId="21d73fcd-3fe6-4105-a58a-d32fd57970d8" providerId="ADAL" clId="{B32D7618-A9B5-4373-A3DD-1947F45504D1}" dt="2026-06-04T15:01:02.032" v="214" actId="20577"/>
          <ac:graphicFrameMkLst>
            <pc:docMk/>
            <pc:sldMk cId="0" sldId="260"/>
            <ac:graphicFrameMk id="35" creationId="{86FD35B5-334E-74C5-55FC-444F70EF795F}"/>
          </ac:graphicFrameMkLst>
        </pc:graphicFrameChg>
        <pc:graphicFrameChg chg="add del mod modGraphic">
          <ac:chgData name="Ana Júlia Brito" userId="21d73fcd-3fe6-4105-a58a-d32fd57970d8" providerId="ADAL" clId="{B32D7618-A9B5-4373-A3DD-1947F45504D1}" dt="2026-06-04T14:58:48.115" v="134" actId="478"/>
          <ac:graphicFrameMkLst>
            <pc:docMk/>
            <pc:sldMk cId="0" sldId="260"/>
            <ac:graphicFrameMk id="40" creationId="{F01D7F3F-40B7-9E42-C07C-034A543BFFD1}"/>
          </ac:graphicFrameMkLst>
        </pc:graphicFrameChg>
        <pc:graphicFrameChg chg="add del mod modGraphic">
          <ac:chgData name="Ana Júlia Brito" userId="21d73fcd-3fe6-4105-a58a-d32fd57970d8" providerId="ADAL" clId="{B32D7618-A9B5-4373-A3DD-1947F45504D1}" dt="2026-06-04T14:58:48.115" v="134" actId="478"/>
          <ac:graphicFrameMkLst>
            <pc:docMk/>
            <pc:sldMk cId="0" sldId="260"/>
            <ac:graphicFrameMk id="41" creationId="{13575175-60E6-1A71-386A-7F1CB4F40EFC}"/>
          </ac:graphicFrameMkLst>
        </pc:graphicFrameChg>
        <pc:graphicFrameChg chg="add del mod modGraphic">
          <ac:chgData name="Ana Júlia Brito" userId="21d73fcd-3fe6-4105-a58a-d32fd57970d8" providerId="ADAL" clId="{B32D7618-A9B5-4373-A3DD-1947F45504D1}" dt="2026-06-04T14:58:48.115" v="134" actId="478"/>
          <ac:graphicFrameMkLst>
            <pc:docMk/>
            <pc:sldMk cId="0" sldId="260"/>
            <ac:graphicFrameMk id="42" creationId="{5B64FFA1-8C7A-86B8-DE89-5B11014F6711}"/>
          </ac:graphicFrameMkLst>
        </pc:graphicFrameChg>
        <pc:graphicFrameChg chg="add del mod modGraphic">
          <ac:chgData name="Ana Júlia Brito" userId="21d73fcd-3fe6-4105-a58a-d32fd57970d8" providerId="ADAL" clId="{B32D7618-A9B5-4373-A3DD-1947F45504D1}" dt="2026-06-04T14:58:20.615" v="123" actId="478"/>
          <ac:graphicFrameMkLst>
            <pc:docMk/>
            <pc:sldMk cId="0" sldId="260"/>
            <ac:graphicFrameMk id="180" creationId="{00000000-0000-0000-0000-000000000000}"/>
          </ac:graphicFrameMkLst>
        </pc:graphicFrameChg>
      </pc:sldChg>
      <pc:sldChg chg="addSp modSp mod">
        <pc:chgData name="Ana Júlia Brito" userId="21d73fcd-3fe6-4105-a58a-d32fd57970d8" providerId="ADAL" clId="{B32D7618-A9B5-4373-A3DD-1947F45504D1}" dt="2026-06-04T15:03:51.397" v="292" actId="1035"/>
        <pc:sldMkLst>
          <pc:docMk/>
          <pc:sldMk cId="0" sldId="261"/>
        </pc:sldMkLst>
        <pc:spChg chg="mod">
          <ac:chgData name="Ana Júlia Brito" userId="21d73fcd-3fe6-4105-a58a-d32fd57970d8" providerId="ADAL" clId="{B32D7618-A9B5-4373-A3DD-1947F45504D1}" dt="2026-06-04T15:01:17.423" v="221" actId="20577"/>
          <ac:spMkLst>
            <pc:docMk/>
            <pc:sldMk cId="0" sldId="261"/>
            <ac:spMk id="15" creationId="{15930646-98E2-C319-2DED-02DC05109389}"/>
          </ac:spMkLst>
        </pc:spChg>
        <pc:spChg chg="add mod">
          <ac:chgData name="Ana Júlia Brito" userId="21d73fcd-3fe6-4105-a58a-d32fd57970d8" providerId="ADAL" clId="{B32D7618-A9B5-4373-A3DD-1947F45504D1}" dt="2026-06-04T15:03:40.847" v="281" actId="1036"/>
          <ac:spMkLst>
            <pc:docMk/>
            <pc:sldMk cId="0" sldId="261"/>
            <ac:spMk id="16" creationId="{969CE37D-3423-70D8-27A7-C04498D73921}"/>
          </ac:spMkLst>
        </pc:spChg>
        <pc:spChg chg="mod">
          <ac:chgData name="Ana Júlia Brito" userId="21d73fcd-3fe6-4105-a58a-d32fd57970d8" providerId="ADAL" clId="{B32D7618-A9B5-4373-A3DD-1947F45504D1}" dt="2026-06-04T15:03:40.847" v="281" actId="1036"/>
          <ac:spMkLst>
            <pc:docMk/>
            <pc:sldMk cId="0" sldId="261"/>
            <ac:spMk id="17" creationId="{CA6F399C-3F4B-D13E-2FC4-F303EBE02A7E}"/>
          </ac:spMkLst>
        </pc:spChg>
        <pc:spChg chg="add mod">
          <ac:chgData name="Ana Júlia Brito" userId="21d73fcd-3fe6-4105-a58a-d32fd57970d8" providerId="ADAL" clId="{B32D7618-A9B5-4373-A3DD-1947F45504D1}" dt="2026-06-04T15:01:20.623" v="222" actId="1076"/>
          <ac:spMkLst>
            <pc:docMk/>
            <pc:sldMk cId="0" sldId="261"/>
            <ac:spMk id="18" creationId="{BC86B47E-4546-577F-29F4-E5A4A4F25142}"/>
          </ac:spMkLst>
        </pc:spChg>
        <pc:spChg chg="add mod ord">
          <ac:chgData name="Ana Júlia Brito" userId="21d73fcd-3fe6-4105-a58a-d32fd57970d8" providerId="ADAL" clId="{B32D7618-A9B5-4373-A3DD-1947F45504D1}" dt="2026-06-04T15:03:40.847" v="281" actId="1036"/>
          <ac:spMkLst>
            <pc:docMk/>
            <pc:sldMk cId="0" sldId="261"/>
            <ac:spMk id="19" creationId="{BF367F63-7C09-B316-DBCF-E654E722F5CD}"/>
          </ac:spMkLst>
        </pc:spChg>
        <pc:spChg chg="mod">
          <ac:chgData name="Ana Júlia Brito" userId="21d73fcd-3fe6-4105-a58a-d32fd57970d8" providerId="ADAL" clId="{B32D7618-A9B5-4373-A3DD-1947F45504D1}" dt="2026-06-04T15:03:40.847" v="281" actId="1036"/>
          <ac:spMkLst>
            <pc:docMk/>
            <pc:sldMk cId="0" sldId="261"/>
            <ac:spMk id="209" creationId="{00000000-0000-0000-0000-000000000000}"/>
          </ac:spMkLst>
        </pc:spChg>
        <pc:spChg chg="mod">
          <ac:chgData name="Ana Júlia Brito" userId="21d73fcd-3fe6-4105-a58a-d32fd57970d8" providerId="ADAL" clId="{B32D7618-A9B5-4373-A3DD-1947F45504D1}" dt="2026-06-04T15:02:40.329" v="262" actId="1582"/>
          <ac:spMkLst>
            <pc:docMk/>
            <pc:sldMk cId="0" sldId="261"/>
            <ac:spMk id="211" creationId="{00000000-0000-0000-0000-000000000000}"/>
          </ac:spMkLst>
        </pc:spChg>
        <pc:spChg chg="mod">
          <ac:chgData name="Ana Júlia Brito" userId="21d73fcd-3fe6-4105-a58a-d32fd57970d8" providerId="ADAL" clId="{B32D7618-A9B5-4373-A3DD-1947F45504D1}" dt="2026-06-04T15:02:40.329" v="262" actId="1582"/>
          <ac:spMkLst>
            <pc:docMk/>
            <pc:sldMk cId="0" sldId="261"/>
            <ac:spMk id="212" creationId="{00000000-0000-0000-0000-000000000000}"/>
          </ac:spMkLst>
        </pc:spChg>
        <pc:spChg chg="mod">
          <ac:chgData name="Ana Júlia Brito" userId="21d73fcd-3fe6-4105-a58a-d32fd57970d8" providerId="ADAL" clId="{B32D7618-A9B5-4373-A3DD-1947F45504D1}" dt="2026-06-04T15:02:40.329" v="262" actId="1582"/>
          <ac:spMkLst>
            <pc:docMk/>
            <pc:sldMk cId="0" sldId="261"/>
            <ac:spMk id="213" creationId="{00000000-0000-0000-0000-000000000000}"/>
          </ac:spMkLst>
        </pc:spChg>
        <pc:grpChg chg="mod">
          <ac:chgData name="Ana Júlia Brito" userId="21d73fcd-3fe6-4105-a58a-d32fd57970d8" providerId="ADAL" clId="{B32D7618-A9B5-4373-A3DD-1947F45504D1}" dt="2026-06-04T15:02:35.425" v="261" actId="1035"/>
          <ac:grpSpMkLst>
            <pc:docMk/>
            <pc:sldMk cId="0" sldId="261"/>
            <ac:grpSpMk id="210" creationId="{00000000-0000-0000-0000-000000000000}"/>
          </ac:grpSpMkLst>
        </pc:grpChg>
        <pc:graphicFrameChg chg="mod">
          <ac:chgData name="Ana Júlia Brito" userId="21d73fcd-3fe6-4105-a58a-d32fd57970d8" providerId="ADAL" clId="{B32D7618-A9B5-4373-A3DD-1947F45504D1}" dt="2026-06-04T15:03:51.397" v="292" actId="1035"/>
          <ac:graphicFrameMkLst>
            <pc:docMk/>
            <pc:sldMk cId="0" sldId="261"/>
            <ac:graphicFrameMk id="201" creationId="{00000000-0000-0000-0000-000000000000}"/>
          </ac:graphicFrameMkLst>
        </pc:graphicFrameChg>
        <pc:graphicFrameChg chg="mod">
          <ac:chgData name="Ana Júlia Brito" userId="21d73fcd-3fe6-4105-a58a-d32fd57970d8" providerId="ADAL" clId="{B32D7618-A9B5-4373-A3DD-1947F45504D1}" dt="2026-06-04T15:03:51.397" v="292" actId="1035"/>
          <ac:graphicFrameMkLst>
            <pc:docMk/>
            <pc:sldMk cId="0" sldId="261"/>
            <ac:graphicFrameMk id="203" creationId="{00000000-0000-0000-0000-000000000000}"/>
          </ac:graphicFrameMkLst>
        </pc:graphicFrameChg>
        <pc:graphicFrameChg chg="mod">
          <ac:chgData name="Ana Júlia Brito" userId="21d73fcd-3fe6-4105-a58a-d32fd57970d8" providerId="ADAL" clId="{B32D7618-A9B5-4373-A3DD-1947F45504D1}" dt="2026-06-04T15:03:51.397" v="292" actId="1035"/>
          <ac:graphicFrameMkLst>
            <pc:docMk/>
            <pc:sldMk cId="0" sldId="261"/>
            <ac:graphicFrameMk id="205" creationId="{00000000-0000-0000-0000-000000000000}"/>
          </ac:graphicFrameMkLst>
        </pc:graphicFrameChg>
        <pc:graphicFrameChg chg="mod">
          <ac:chgData name="Ana Júlia Brito" userId="21d73fcd-3fe6-4105-a58a-d32fd57970d8" providerId="ADAL" clId="{B32D7618-A9B5-4373-A3DD-1947F45504D1}" dt="2026-06-04T15:03:51.397" v="292" actId="1035"/>
          <ac:graphicFrameMkLst>
            <pc:docMk/>
            <pc:sldMk cId="0" sldId="261"/>
            <ac:graphicFrameMk id="207" creationId="{00000000-0000-0000-0000-000000000000}"/>
          </ac:graphicFrameMkLst>
        </pc:graphicFrameChg>
        <pc:picChg chg="mod">
          <ac:chgData name="Ana Júlia Brito" userId="21d73fcd-3fe6-4105-a58a-d32fd57970d8" providerId="ADAL" clId="{B32D7618-A9B5-4373-A3DD-1947F45504D1}" dt="2026-06-04T15:03:51.397" v="292" actId="1035"/>
          <ac:picMkLst>
            <pc:docMk/>
            <pc:sldMk cId="0" sldId="261"/>
            <ac:picMk id="21" creationId="{ACBC0325-1555-4E3C-93B8-25C5AF6529AD}"/>
          </ac:picMkLst>
        </pc:picChg>
        <pc:picChg chg="mod">
          <ac:chgData name="Ana Júlia Brito" userId="21d73fcd-3fe6-4105-a58a-d32fd57970d8" providerId="ADAL" clId="{B32D7618-A9B5-4373-A3DD-1947F45504D1}" dt="2026-06-04T15:03:51.397" v="292" actId="1035"/>
          <ac:picMkLst>
            <pc:docMk/>
            <pc:sldMk cId="0" sldId="261"/>
            <ac:picMk id="22" creationId="{DFED2E9C-D6D7-5324-A142-04FC1FD4ABAD}"/>
          </ac:picMkLst>
        </pc:picChg>
        <pc:picChg chg="mod">
          <ac:chgData name="Ana Júlia Brito" userId="21d73fcd-3fe6-4105-a58a-d32fd57970d8" providerId="ADAL" clId="{B32D7618-A9B5-4373-A3DD-1947F45504D1}" dt="2026-06-04T15:03:51.397" v="292" actId="1035"/>
          <ac:picMkLst>
            <pc:docMk/>
            <pc:sldMk cId="0" sldId="261"/>
            <ac:picMk id="23" creationId="{054E7AD6-DC1E-9A84-CE2C-1BB53982C5D7}"/>
          </ac:picMkLst>
        </pc:picChg>
        <pc:picChg chg="mod">
          <ac:chgData name="Ana Júlia Brito" userId="21d73fcd-3fe6-4105-a58a-d32fd57970d8" providerId="ADAL" clId="{B32D7618-A9B5-4373-A3DD-1947F45504D1}" dt="2026-06-04T15:03:51.397" v="292" actId="1035"/>
          <ac:picMkLst>
            <pc:docMk/>
            <pc:sldMk cId="0" sldId="261"/>
            <ac:picMk id="200" creationId="{00000000-0000-0000-0000-000000000000}"/>
          </ac:picMkLst>
        </pc:picChg>
      </pc:sldChg>
      <pc:sldChg chg="del">
        <pc:chgData name="Ana Júlia Brito" userId="21d73fcd-3fe6-4105-a58a-d32fd57970d8" providerId="ADAL" clId="{B32D7618-A9B5-4373-A3DD-1947F45504D1}" dt="2026-06-04T15:03:29.145" v="273" actId="47"/>
        <pc:sldMkLst>
          <pc:docMk/>
          <pc:sldMk cId="2329840590" sldId="26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351350" y="848200"/>
            <a:ext cx="13403400" cy="4241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283325" y="847725"/>
            <a:ext cx="7539038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>
          <a:extLst>
            <a:ext uri="{FF2B5EF4-FFF2-40B4-BE49-F238E27FC236}">
              <a16:creationId xmlns:a16="http://schemas.microsoft.com/office/drawing/2014/main" id="{0FA29353-9D8F-70C8-8D12-6E5CF3147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:notes">
            <a:extLst>
              <a:ext uri="{FF2B5EF4-FFF2-40B4-BE49-F238E27FC236}">
                <a16:creationId xmlns:a16="http://schemas.microsoft.com/office/drawing/2014/main" id="{CA354F08-5D4A-0283-5380-28FF24C2B8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4:notes">
            <a:extLst>
              <a:ext uri="{FF2B5EF4-FFF2-40B4-BE49-F238E27FC236}">
                <a16:creationId xmlns:a16="http://schemas.microsoft.com/office/drawing/2014/main" id="{5925F7AB-17E8-C3CD-E7F3-1D9230218A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283325" y="847725"/>
            <a:ext cx="7539038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29321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obj">
  <p:cSld name="OBJECT"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/>
          <p:nvPr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 extrusionOk="0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091E3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8"/>
          <p:cNvSpPr/>
          <p:nvPr/>
        </p:nvSpPr>
        <p:spPr>
          <a:xfrm>
            <a:off x="6374774" y="417165"/>
            <a:ext cx="13729335" cy="10891520"/>
          </a:xfrm>
          <a:custGeom>
            <a:avLst/>
            <a:gdLst/>
            <a:ahLst/>
            <a:cxnLst/>
            <a:rect l="l" t="t" r="r" b="b"/>
            <a:pathLst>
              <a:path w="13729335" h="10891520" extrusionOk="0">
                <a:moveTo>
                  <a:pt x="5793270" y="10796833"/>
                </a:moveTo>
                <a:lnTo>
                  <a:pt x="0" y="10796833"/>
                </a:lnTo>
                <a:lnTo>
                  <a:pt x="94562" y="10891385"/>
                </a:lnTo>
                <a:lnTo>
                  <a:pt x="5767709" y="10891385"/>
                </a:lnTo>
                <a:lnTo>
                  <a:pt x="5793270" y="10796833"/>
                </a:lnTo>
                <a:close/>
              </a:path>
              <a:path w="13729335" h="10891520" extrusionOk="0">
                <a:moveTo>
                  <a:pt x="13729320" y="10796833"/>
                </a:moveTo>
                <a:lnTo>
                  <a:pt x="7197492" y="10796833"/>
                </a:lnTo>
                <a:lnTo>
                  <a:pt x="7292123" y="10891385"/>
                </a:lnTo>
                <a:lnTo>
                  <a:pt x="13729320" y="10891385"/>
                </a:lnTo>
                <a:lnTo>
                  <a:pt x="13729320" y="10796833"/>
                </a:lnTo>
                <a:close/>
              </a:path>
              <a:path w="13729335" h="10891520" extrusionOk="0">
                <a:moveTo>
                  <a:pt x="3333762" y="3333364"/>
                </a:moveTo>
                <a:lnTo>
                  <a:pt x="1538183" y="5128943"/>
                </a:lnTo>
                <a:lnTo>
                  <a:pt x="0" y="10796833"/>
                </a:lnTo>
                <a:lnTo>
                  <a:pt x="2831369" y="10037830"/>
                </a:lnTo>
                <a:lnTo>
                  <a:pt x="4048044" y="5537150"/>
                </a:lnTo>
                <a:lnTo>
                  <a:pt x="5199050" y="4386128"/>
                </a:lnTo>
                <a:lnTo>
                  <a:pt x="4363039" y="4386128"/>
                </a:lnTo>
                <a:lnTo>
                  <a:pt x="4367919" y="4368045"/>
                </a:lnTo>
                <a:lnTo>
                  <a:pt x="4385992" y="4363176"/>
                </a:lnTo>
                <a:lnTo>
                  <a:pt x="5222002" y="4363176"/>
                </a:lnTo>
                <a:lnTo>
                  <a:pt x="5537140" y="4048033"/>
                </a:lnTo>
                <a:lnTo>
                  <a:pt x="8178974" y="3333888"/>
                </a:lnTo>
                <a:lnTo>
                  <a:pt x="3333583" y="3333888"/>
                </a:lnTo>
                <a:lnTo>
                  <a:pt x="3333762" y="3333364"/>
                </a:lnTo>
                <a:close/>
              </a:path>
              <a:path w="13729335" h="10891520" extrusionOk="0">
                <a:moveTo>
                  <a:pt x="6437852" y="10037830"/>
                </a:moveTo>
                <a:lnTo>
                  <a:pt x="5998463" y="10037830"/>
                </a:lnTo>
                <a:lnTo>
                  <a:pt x="5793270" y="10796833"/>
                </a:lnTo>
                <a:lnTo>
                  <a:pt x="7197492" y="10796833"/>
                </a:lnTo>
                <a:lnTo>
                  <a:pt x="6437852" y="10037830"/>
                </a:lnTo>
                <a:close/>
              </a:path>
              <a:path w="13729335" h="10891520" extrusionOk="0">
                <a:moveTo>
                  <a:pt x="13199202" y="2831505"/>
                </a:moveTo>
                <a:lnTo>
                  <a:pt x="10037704" y="2831505"/>
                </a:lnTo>
                <a:lnTo>
                  <a:pt x="5537140" y="4048033"/>
                </a:lnTo>
                <a:lnTo>
                  <a:pt x="4048044" y="5537150"/>
                </a:lnTo>
                <a:lnTo>
                  <a:pt x="2831369" y="10037830"/>
                </a:lnTo>
                <a:lnTo>
                  <a:pt x="5998463" y="10037830"/>
                </a:lnTo>
                <a:lnTo>
                  <a:pt x="6091908" y="9692176"/>
                </a:lnTo>
                <a:lnTo>
                  <a:pt x="13289196" y="9692176"/>
                </a:lnTo>
                <a:lnTo>
                  <a:pt x="11834416" y="8236189"/>
                </a:lnTo>
                <a:lnTo>
                  <a:pt x="4633021" y="8236189"/>
                </a:lnTo>
                <a:lnTo>
                  <a:pt x="5082117" y="6571213"/>
                </a:lnTo>
                <a:lnTo>
                  <a:pt x="5082243" y="6570553"/>
                </a:lnTo>
                <a:lnTo>
                  <a:pt x="5398359" y="5398474"/>
                </a:lnTo>
                <a:lnTo>
                  <a:pt x="8236052" y="4633146"/>
                </a:lnTo>
                <a:lnTo>
                  <a:pt x="12716181" y="4633146"/>
                </a:lnTo>
                <a:lnTo>
                  <a:pt x="13199202" y="2831505"/>
                </a:lnTo>
                <a:close/>
              </a:path>
              <a:path w="13729335" h="10891520" extrusionOk="0">
                <a:moveTo>
                  <a:pt x="13289196" y="9692176"/>
                </a:moveTo>
                <a:lnTo>
                  <a:pt x="6091908" y="9692176"/>
                </a:lnTo>
                <a:lnTo>
                  <a:pt x="6437852" y="10037830"/>
                </a:lnTo>
                <a:lnTo>
                  <a:pt x="13634564" y="10037830"/>
                </a:lnTo>
                <a:lnTo>
                  <a:pt x="13289196" y="9692176"/>
                </a:lnTo>
                <a:close/>
              </a:path>
              <a:path w="13729335" h="10891520" extrusionOk="0">
                <a:moveTo>
                  <a:pt x="8236052" y="4633146"/>
                </a:moveTo>
                <a:lnTo>
                  <a:pt x="5398359" y="5398474"/>
                </a:lnTo>
                <a:lnTo>
                  <a:pt x="5082243" y="6570553"/>
                </a:lnTo>
                <a:lnTo>
                  <a:pt x="5082117" y="6571213"/>
                </a:lnTo>
                <a:lnTo>
                  <a:pt x="4633021" y="8236189"/>
                </a:lnTo>
                <a:lnTo>
                  <a:pt x="11834416" y="8236189"/>
                </a:lnTo>
                <a:lnTo>
                  <a:pt x="8236052" y="4633146"/>
                </a:lnTo>
                <a:close/>
              </a:path>
              <a:path w="13729335" h="10891520" extrusionOk="0">
                <a:moveTo>
                  <a:pt x="12716181" y="4633146"/>
                </a:moveTo>
                <a:lnTo>
                  <a:pt x="8236052" y="4633146"/>
                </a:lnTo>
                <a:lnTo>
                  <a:pt x="9691914" y="6091908"/>
                </a:lnTo>
                <a:lnTo>
                  <a:pt x="12530801" y="5324602"/>
                </a:lnTo>
                <a:lnTo>
                  <a:pt x="12716181" y="4633146"/>
                </a:lnTo>
                <a:close/>
              </a:path>
              <a:path w="13729335" h="10891520" extrusionOk="0">
                <a:moveTo>
                  <a:pt x="4385992" y="4363176"/>
                </a:moveTo>
                <a:lnTo>
                  <a:pt x="4367919" y="4368045"/>
                </a:lnTo>
                <a:lnTo>
                  <a:pt x="4363039" y="4386128"/>
                </a:lnTo>
                <a:lnTo>
                  <a:pt x="4381112" y="4381248"/>
                </a:lnTo>
                <a:lnTo>
                  <a:pt x="4385992" y="4363176"/>
                </a:lnTo>
                <a:close/>
              </a:path>
              <a:path w="13729335" h="10891520" extrusionOk="0">
                <a:moveTo>
                  <a:pt x="5222002" y="4363176"/>
                </a:moveTo>
                <a:lnTo>
                  <a:pt x="4385992" y="4363176"/>
                </a:lnTo>
                <a:lnTo>
                  <a:pt x="4381112" y="4381248"/>
                </a:lnTo>
                <a:lnTo>
                  <a:pt x="4363039" y="4386128"/>
                </a:lnTo>
                <a:lnTo>
                  <a:pt x="5199050" y="4386128"/>
                </a:lnTo>
                <a:lnTo>
                  <a:pt x="5222002" y="4363176"/>
                </a:lnTo>
                <a:close/>
              </a:path>
              <a:path w="13729335" h="10891520" extrusionOk="0">
                <a:moveTo>
                  <a:pt x="10796833" y="0"/>
                </a:moveTo>
                <a:lnTo>
                  <a:pt x="5128807" y="1538319"/>
                </a:lnTo>
                <a:lnTo>
                  <a:pt x="3333762" y="3333364"/>
                </a:lnTo>
                <a:lnTo>
                  <a:pt x="3333583" y="3333888"/>
                </a:lnTo>
                <a:lnTo>
                  <a:pt x="8178974" y="3333888"/>
                </a:lnTo>
                <a:lnTo>
                  <a:pt x="10037704" y="2831505"/>
                </a:lnTo>
                <a:lnTo>
                  <a:pt x="10796833" y="0"/>
                </a:lnTo>
                <a:close/>
              </a:path>
            </a:pathLst>
          </a:custGeom>
          <a:solidFill>
            <a:srgbClr val="091E3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8"/>
          <p:cNvSpPr/>
          <p:nvPr/>
        </p:nvSpPr>
        <p:spPr>
          <a:xfrm>
            <a:off x="6374769" y="417166"/>
            <a:ext cx="13729335" cy="10891520"/>
          </a:xfrm>
          <a:custGeom>
            <a:avLst/>
            <a:gdLst/>
            <a:ahLst/>
            <a:cxnLst/>
            <a:rect l="l" t="t" r="r" b="b"/>
            <a:pathLst>
              <a:path w="13729335" h="10891520" extrusionOk="0">
                <a:moveTo>
                  <a:pt x="3333636" y="3333762"/>
                </a:moveTo>
                <a:lnTo>
                  <a:pt x="3333500" y="3333626"/>
                </a:lnTo>
              </a:path>
              <a:path w="13729335" h="10891520" extrusionOk="0">
                <a:moveTo>
                  <a:pt x="4381123" y="4381248"/>
                </a:moveTo>
                <a:lnTo>
                  <a:pt x="4367929" y="4368055"/>
                </a:lnTo>
              </a:path>
              <a:path w="13729335" h="10891520" extrusionOk="0">
                <a:moveTo>
                  <a:pt x="6571224" y="5082107"/>
                </a:moveTo>
                <a:lnTo>
                  <a:pt x="5398359" y="5398474"/>
                </a:lnTo>
                <a:lnTo>
                  <a:pt x="5082253" y="6570553"/>
                </a:lnTo>
                <a:lnTo>
                  <a:pt x="5082117" y="6571213"/>
                </a:lnTo>
                <a:lnTo>
                  <a:pt x="4633021" y="8236189"/>
                </a:lnTo>
                <a:lnTo>
                  <a:pt x="6960426" y="7610961"/>
                </a:lnTo>
                <a:lnTo>
                  <a:pt x="7473102" y="7473227"/>
                </a:lnTo>
                <a:lnTo>
                  <a:pt x="7610836" y="6960541"/>
                </a:lnTo>
                <a:lnTo>
                  <a:pt x="8236052" y="4633146"/>
                </a:lnTo>
                <a:lnTo>
                  <a:pt x="6571224" y="5082107"/>
                </a:lnTo>
              </a:path>
              <a:path w="13729335" h="10891520" extrusionOk="0">
                <a:moveTo>
                  <a:pt x="13729330" y="10132677"/>
                </a:moveTo>
                <a:lnTo>
                  <a:pt x="9691914" y="6091908"/>
                </a:lnTo>
                <a:lnTo>
                  <a:pt x="9260765" y="5659974"/>
                </a:lnTo>
                <a:lnTo>
                  <a:pt x="8236052" y="4633146"/>
                </a:lnTo>
                <a:lnTo>
                  <a:pt x="7610836" y="6960541"/>
                </a:lnTo>
                <a:lnTo>
                  <a:pt x="7473102" y="7473227"/>
                </a:lnTo>
                <a:lnTo>
                  <a:pt x="10891264" y="10891389"/>
                </a:lnTo>
              </a:path>
              <a:path w="13729335" h="10891520" extrusionOk="0">
                <a:moveTo>
                  <a:pt x="10891264" y="10891389"/>
                </a:moveTo>
                <a:lnTo>
                  <a:pt x="7473102" y="7473227"/>
                </a:lnTo>
                <a:lnTo>
                  <a:pt x="6960426" y="7610961"/>
                </a:lnTo>
                <a:lnTo>
                  <a:pt x="4633021" y="8236189"/>
                </a:lnTo>
                <a:lnTo>
                  <a:pt x="5659838" y="9260890"/>
                </a:lnTo>
                <a:lnTo>
                  <a:pt x="6091919" y="9692165"/>
                </a:lnTo>
                <a:lnTo>
                  <a:pt x="7292134" y="10891389"/>
                </a:lnTo>
              </a:path>
              <a:path w="13729335" h="10891520" extrusionOk="0">
                <a:moveTo>
                  <a:pt x="4367929" y="4368055"/>
                </a:moveTo>
                <a:lnTo>
                  <a:pt x="4363050" y="4386128"/>
                </a:lnTo>
                <a:lnTo>
                  <a:pt x="4381123" y="4381248"/>
                </a:lnTo>
                <a:lnTo>
                  <a:pt x="4386002" y="4363176"/>
                </a:lnTo>
                <a:lnTo>
                  <a:pt x="4367929" y="4368055"/>
                </a:lnTo>
              </a:path>
              <a:path w="13729335" h="10891520" extrusionOk="0">
                <a:moveTo>
                  <a:pt x="3333238" y="3333888"/>
                </a:moveTo>
                <a:lnTo>
                  <a:pt x="3333636" y="3333762"/>
                </a:lnTo>
                <a:lnTo>
                  <a:pt x="3333772" y="3333364"/>
                </a:lnTo>
                <a:lnTo>
                  <a:pt x="3333238" y="3333888"/>
                </a:lnTo>
              </a:path>
              <a:path w="13729335" h="10891520" extrusionOk="0">
                <a:moveTo>
                  <a:pt x="4367929" y="4368055"/>
                </a:moveTo>
                <a:lnTo>
                  <a:pt x="4363050" y="4386128"/>
                </a:lnTo>
                <a:lnTo>
                  <a:pt x="4381123" y="4381248"/>
                </a:lnTo>
                <a:lnTo>
                  <a:pt x="4386002" y="4363176"/>
                </a:lnTo>
                <a:lnTo>
                  <a:pt x="4367929" y="4368055"/>
                </a:lnTo>
              </a:path>
              <a:path w="13729335" h="10891520" extrusionOk="0">
                <a:moveTo>
                  <a:pt x="13289940" y="2493096"/>
                </a:moveTo>
                <a:lnTo>
                  <a:pt x="13284663" y="2487819"/>
                </a:lnTo>
                <a:lnTo>
                  <a:pt x="10796833" y="0"/>
                </a:lnTo>
                <a:lnTo>
                  <a:pt x="10037704" y="2831505"/>
                </a:lnTo>
                <a:lnTo>
                  <a:pt x="12530801" y="5324602"/>
                </a:lnTo>
              </a:path>
              <a:path w="13729335" h="10891520" extrusionOk="0">
                <a:moveTo>
                  <a:pt x="3684939" y="10891389"/>
                </a:moveTo>
                <a:lnTo>
                  <a:pt x="2831379" y="10037830"/>
                </a:lnTo>
                <a:lnTo>
                  <a:pt x="0" y="10796833"/>
                </a:lnTo>
                <a:lnTo>
                  <a:pt x="94556" y="10891389"/>
                </a:lnTo>
              </a:path>
              <a:path w="13729335" h="10891520" extrusionOk="0">
                <a:moveTo>
                  <a:pt x="12518268" y="5312068"/>
                </a:moveTo>
                <a:lnTo>
                  <a:pt x="10037704" y="2831505"/>
                </a:lnTo>
                <a:lnTo>
                  <a:pt x="10027684" y="2834144"/>
                </a:lnTo>
                <a:lnTo>
                  <a:pt x="5537150" y="4048033"/>
                </a:lnTo>
                <a:lnTo>
                  <a:pt x="4048044" y="5537140"/>
                </a:lnTo>
                <a:lnTo>
                  <a:pt x="2831379" y="10037830"/>
                </a:lnTo>
                <a:lnTo>
                  <a:pt x="3684942" y="10891389"/>
                </a:lnTo>
              </a:path>
              <a:path w="13729335" h="10891520" extrusionOk="0">
                <a:moveTo>
                  <a:pt x="5767715" y="10891389"/>
                </a:moveTo>
                <a:lnTo>
                  <a:pt x="6091919" y="9692165"/>
                </a:lnTo>
                <a:lnTo>
                  <a:pt x="5659838" y="9260890"/>
                </a:lnTo>
                <a:lnTo>
                  <a:pt x="4633021" y="8236189"/>
                </a:lnTo>
                <a:lnTo>
                  <a:pt x="5082117" y="6571213"/>
                </a:lnTo>
                <a:lnTo>
                  <a:pt x="5082253" y="6570553"/>
                </a:lnTo>
                <a:lnTo>
                  <a:pt x="5398359" y="5398474"/>
                </a:lnTo>
                <a:lnTo>
                  <a:pt x="6571224" y="5082107"/>
                </a:lnTo>
                <a:lnTo>
                  <a:pt x="8236052" y="4633146"/>
                </a:lnTo>
                <a:lnTo>
                  <a:pt x="9260765" y="5659974"/>
                </a:lnTo>
                <a:lnTo>
                  <a:pt x="9691914" y="6091908"/>
                </a:lnTo>
                <a:lnTo>
                  <a:pt x="12513524" y="5329219"/>
                </a:lnTo>
              </a:path>
              <a:path w="13729335" h="10891520" extrusionOk="0">
                <a:moveTo>
                  <a:pt x="12513524" y="5329219"/>
                </a:moveTo>
                <a:lnTo>
                  <a:pt x="12530801" y="5324602"/>
                </a:lnTo>
                <a:lnTo>
                  <a:pt x="13289940" y="2493096"/>
                </a:lnTo>
              </a:path>
              <a:path w="13729335" h="10891520" extrusionOk="0">
                <a:moveTo>
                  <a:pt x="10037704" y="2831505"/>
                </a:moveTo>
                <a:lnTo>
                  <a:pt x="10796833" y="0"/>
                </a:lnTo>
                <a:lnTo>
                  <a:pt x="10037704" y="2831505"/>
                </a:lnTo>
              </a:path>
              <a:path w="13729335" h="10891520" extrusionOk="0">
                <a:moveTo>
                  <a:pt x="3333238" y="3333888"/>
                </a:moveTo>
                <a:lnTo>
                  <a:pt x="3333636" y="3333762"/>
                </a:lnTo>
                <a:lnTo>
                  <a:pt x="3333772" y="3333364"/>
                </a:lnTo>
                <a:lnTo>
                  <a:pt x="3333238" y="3333888"/>
                </a:lnTo>
              </a:path>
              <a:path w="13729335" h="10891520" extrusionOk="0">
                <a:moveTo>
                  <a:pt x="2831379" y="10037830"/>
                </a:moveTo>
                <a:lnTo>
                  <a:pt x="0" y="10796833"/>
                </a:lnTo>
              </a:path>
              <a:path w="13729335" h="10891520" extrusionOk="0">
                <a:moveTo>
                  <a:pt x="10796833" y="0"/>
                </a:moveTo>
                <a:lnTo>
                  <a:pt x="10037704" y="2831505"/>
                </a:lnTo>
                <a:lnTo>
                  <a:pt x="5537150" y="4048033"/>
                </a:lnTo>
                <a:lnTo>
                  <a:pt x="4048044" y="5537140"/>
                </a:lnTo>
                <a:lnTo>
                  <a:pt x="2831379" y="10037830"/>
                </a:lnTo>
                <a:lnTo>
                  <a:pt x="0" y="10796833"/>
                </a:lnTo>
                <a:lnTo>
                  <a:pt x="1538194" y="5128943"/>
                </a:lnTo>
                <a:lnTo>
                  <a:pt x="3333238" y="3333888"/>
                </a:lnTo>
                <a:lnTo>
                  <a:pt x="3333636" y="3333762"/>
                </a:lnTo>
                <a:lnTo>
                  <a:pt x="3333772" y="3333364"/>
                </a:lnTo>
                <a:lnTo>
                  <a:pt x="5128817" y="1538319"/>
                </a:lnTo>
                <a:lnTo>
                  <a:pt x="10796833" y="0"/>
                </a:lnTo>
              </a:path>
            </a:pathLst>
          </a:custGeom>
          <a:noFill/>
          <a:ln w="104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8"/>
          <p:cNvSpPr/>
          <p:nvPr/>
        </p:nvSpPr>
        <p:spPr>
          <a:xfrm>
            <a:off x="9719755" y="899243"/>
            <a:ext cx="2837815" cy="4914900"/>
          </a:xfrm>
          <a:custGeom>
            <a:avLst/>
            <a:gdLst/>
            <a:ahLst/>
            <a:cxnLst/>
            <a:rect l="l" t="t" r="r" b="b"/>
            <a:pathLst>
              <a:path w="2837815" h="4914900" extrusionOk="0">
                <a:moveTo>
                  <a:pt x="762950" y="0"/>
                </a:moveTo>
                <a:lnTo>
                  <a:pt x="0" y="2840081"/>
                </a:lnTo>
                <a:lnTo>
                  <a:pt x="2074743" y="4914824"/>
                </a:lnTo>
                <a:lnTo>
                  <a:pt x="2837693" y="2074743"/>
                </a:lnTo>
                <a:lnTo>
                  <a:pt x="762950" y="0"/>
                </a:lnTo>
                <a:close/>
              </a:path>
            </a:pathLst>
          </a:custGeom>
          <a:solidFill>
            <a:srgbClr val="091E3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8"/>
          <p:cNvSpPr/>
          <p:nvPr/>
        </p:nvSpPr>
        <p:spPr>
          <a:xfrm>
            <a:off x="9719755" y="899243"/>
            <a:ext cx="2837815" cy="4914900"/>
          </a:xfrm>
          <a:custGeom>
            <a:avLst/>
            <a:gdLst/>
            <a:ahLst/>
            <a:cxnLst/>
            <a:rect l="l" t="t" r="r" b="b"/>
            <a:pathLst>
              <a:path w="2837815" h="4914900" extrusionOk="0">
                <a:moveTo>
                  <a:pt x="762950" y="0"/>
                </a:moveTo>
                <a:lnTo>
                  <a:pt x="2837693" y="2074743"/>
                </a:lnTo>
                <a:lnTo>
                  <a:pt x="2212477" y="4402138"/>
                </a:lnTo>
                <a:lnTo>
                  <a:pt x="2074743" y="4914824"/>
                </a:lnTo>
                <a:lnTo>
                  <a:pt x="0" y="2840081"/>
                </a:lnTo>
                <a:lnTo>
                  <a:pt x="137734" y="2327395"/>
                </a:lnTo>
                <a:lnTo>
                  <a:pt x="762950" y="0"/>
                </a:lnTo>
                <a:close/>
              </a:path>
            </a:pathLst>
          </a:custGeom>
          <a:noFill/>
          <a:ln w="104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8"/>
          <p:cNvSpPr/>
          <p:nvPr/>
        </p:nvSpPr>
        <p:spPr>
          <a:xfrm>
            <a:off x="6879674" y="3739321"/>
            <a:ext cx="4914900" cy="2837815"/>
          </a:xfrm>
          <a:custGeom>
            <a:avLst/>
            <a:gdLst/>
            <a:ahLst/>
            <a:cxnLst/>
            <a:rect l="l" t="t" r="r" b="b"/>
            <a:pathLst>
              <a:path w="4914900" h="2837815" extrusionOk="0">
                <a:moveTo>
                  <a:pt x="2840081" y="0"/>
                </a:moveTo>
                <a:lnTo>
                  <a:pt x="0" y="762961"/>
                </a:lnTo>
                <a:lnTo>
                  <a:pt x="2074743" y="2837704"/>
                </a:lnTo>
                <a:lnTo>
                  <a:pt x="4914824" y="2074743"/>
                </a:lnTo>
                <a:lnTo>
                  <a:pt x="2840081" y="0"/>
                </a:lnTo>
                <a:close/>
              </a:path>
            </a:pathLst>
          </a:custGeom>
          <a:solidFill>
            <a:srgbClr val="091E3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8"/>
          <p:cNvSpPr/>
          <p:nvPr/>
        </p:nvSpPr>
        <p:spPr>
          <a:xfrm>
            <a:off x="6879674" y="3739321"/>
            <a:ext cx="4914900" cy="2837815"/>
          </a:xfrm>
          <a:custGeom>
            <a:avLst/>
            <a:gdLst/>
            <a:ahLst/>
            <a:cxnLst/>
            <a:rect l="l" t="t" r="r" b="b"/>
            <a:pathLst>
              <a:path w="4914900" h="2837815" extrusionOk="0">
                <a:moveTo>
                  <a:pt x="2840081" y="0"/>
                </a:moveTo>
                <a:lnTo>
                  <a:pt x="4914824" y="2074743"/>
                </a:lnTo>
                <a:lnTo>
                  <a:pt x="4402138" y="2212477"/>
                </a:lnTo>
                <a:lnTo>
                  <a:pt x="2074743" y="2837704"/>
                </a:lnTo>
                <a:lnTo>
                  <a:pt x="0" y="762961"/>
                </a:lnTo>
                <a:lnTo>
                  <a:pt x="2327395" y="137734"/>
                </a:lnTo>
                <a:lnTo>
                  <a:pt x="2840081" y="0"/>
                </a:lnTo>
                <a:close/>
              </a:path>
            </a:pathLst>
          </a:custGeom>
          <a:noFill/>
          <a:ln w="104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8"/>
          <p:cNvSpPr/>
          <p:nvPr/>
        </p:nvSpPr>
        <p:spPr>
          <a:xfrm>
            <a:off x="6879667" y="899241"/>
            <a:ext cx="3603625" cy="3603625"/>
          </a:xfrm>
          <a:custGeom>
            <a:avLst/>
            <a:gdLst/>
            <a:ahLst/>
            <a:cxnLst/>
            <a:rect l="l" t="t" r="r" b="b"/>
            <a:pathLst>
              <a:path w="3603625" h="3603625" extrusionOk="0">
                <a:moveTo>
                  <a:pt x="3603042" y="0"/>
                </a:moveTo>
                <a:lnTo>
                  <a:pt x="1938202" y="448960"/>
                </a:lnTo>
                <a:lnTo>
                  <a:pt x="765337" y="765327"/>
                </a:lnTo>
                <a:lnTo>
                  <a:pt x="0" y="3603042"/>
                </a:lnTo>
                <a:lnTo>
                  <a:pt x="2840091" y="2840081"/>
                </a:lnTo>
                <a:lnTo>
                  <a:pt x="3603042" y="0"/>
                </a:lnTo>
                <a:close/>
              </a:path>
            </a:pathLst>
          </a:custGeom>
          <a:solidFill>
            <a:srgbClr val="091E3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8"/>
          <p:cNvSpPr/>
          <p:nvPr/>
        </p:nvSpPr>
        <p:spPr>
          <a:xfrm>
            <a:off x="6879667" y="899241"/>
            <a:ext cx="3603625" cy="3603625"/>
          </a:xfrm>
          <a:custGeom>
            <a:avLst/>
            <a:gdLst/>
            <a:ahLst/>
            <a:cxnLst/>
            <a:rect l="l" t="t" r="r" b="b"/>
            <a:pathLst>
              <a:path w="3603625" h="3603625" extrusionOk="0">
                <a:moveTo>
                  <a:pt x="1938202" y="448960"/>
                </a:moveTo>
                <a:lnTo>
                  <a:pt x="765337" y="765327"/>
                </a:lnTo>
                <a:lnTo>
                  <a:pt x="449232" y="1937406"/>
                </a:lnTo>
                <a:lnTo>
                  <a:pt x="449096" y="1938066"/>
                </a:lnTo>
                <a:lnTo>
                  <a:pt x="0" y="3603042"/>
                </a:lnTo>
                <a:lnTo>
                  <a:pt x="2327405" y="2977815"/>
                </a:lnTo>
                <a:lnTo>
                  <a:pt x="2840091" y="2840081"/>
                </a:lnTo>
                <a:lnTo>
                  <a:pt x="2977815" y="2327395"/>
                </a:lnTo>
                <a:lnTo>
                  <a:pt x="3603042" y="0"/>
                </a:lnTo>
                <a:lnTo>
                  <a:pt x="1938202" y="448960"/>
                </a:lnTo>
                <a:close/>
              </a:path>
            </a:pathLst>
          </a:custGeom>
          <a:noFill/>
          <a:ln w="104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8"/>
          <p:cNvSpPr/>
          <p:nvPr/>
        </p:nvSpPr>
        <p:spPr>
          <a:xfrm>
            <a:off x="424065" y="424071"/>
            <a:ext cx="473075" cy="473075"/>
          </a:xfrm>
          <a:custGeom>
            <a:avLst/>
            <a:gdLst/>
            <a:ahLst/>
            <a:cxnLst/>
            <a:rect l="l" t="t" r="r" b="b"/>
            <a:pathLst>
              <a:path w="473075" h="473075" extrusionOk="0">
                <a:moveTo>
                  <a:pt x="393979" y="236397"/>
                </a:moveTo>
                <a:lnTo>
                  <a:pt x="236385" y="236397"/>
                </a:lnTo>
                <a:lnTo>
                  <a:pt x="236385" y="393979"/>
                </a:lnTo>
                <a:lnTo>
                  <a:pt x="393979" y="393979"/>
                </a:lnTo>
                <a:lnTo>
                  <a:pt x="393979" y="236397"/>
                </a:lnTo>
                <a:close/>
              </a:path>
              <a:path w="473075" h="473075" extrusionOk="0">
                <a:moveTo>
                  <a:pt x="472782" y="0"/>
                </a:moveTo>
                <a:lnTo>
                  <a:pt x="157594" y="0"/>
                </a:lnTo>
                <a:lnTo>
                  <a:pt x="0" y="157607"/>
                </a:lnTo>
                <a:lnTo>
                  <a:pt x="0" y="472782"/>
                </a:lnTo>
                <a:lnTo>
                  <a:pt x="157594" y="472782"/>
                </a:lnTo>
                <a:lnTo>
                  <a:pt x="157594" y="222859"/>
                </a:lnTo>
                <a:lnTo>
                  <a:pt x="222846" y="157607"/>
                </a:lnTo>
                <a:lnTo>
                  <a:pt x="472782" y="157607"/>
                </a:lnTo>
                <a:lnTo>
                  <a:pt x="47278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" name="Google Shape;22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75644" y="581938"/>
            <a:ext cx="168528" cy="236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76245" y="581618"/>
            <a:ext cx="189701" cy="242463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8"/>
          <p:cNvSpPr/>
          <p:nvPr/>
        </p:nvSpPr>
        <p:spPr>
          <a:xfrm>
            <a:off x="1393685" y="581627"/>
            <a:ext cx="191770" cy="236220"/>
          </a:xfrm>
          <a:custGeom>
            <a:avLst/>
            <a:gdLst/>
            <a:ahLst/>
            <a:cxnLst/>
            <a:rect l="l" t="t" r="r" b="b"/>
            <a:pathLst>
              <a:path w="191769" h="236219" extrusionOk="0">
                <a:moveTo>
                  <a:pt x="191477" y="0"/>
                </a:moveTo>
                <a:lnTo>
                  <a:pt x="0" y="0"/>
                </a:lnTo>
                <a:lnTo>
                  <a:pt x="0" y="41910"/>
                </a:lnTo>
                <a:lnTo>
                  <a:pt x="71043" y="41910"/>
                </a:lnTo>
                <a:lnTo>
                  <a:pt x="71043" y="236220"/>
                </a:lnTo>
                <a:lnTo>
                  <a:pt x="120751" y="236220"/>
                </a:lnTo>
                <a:lnTo>
                  <a:pt x="120751" y="41910"/>
                </a:lnTo>
                <a:lnTo>
                  <a:pt x="191477" y="41910"/>
                </a:lnTo>
                <a:lnTo>
                  <a:pt x="19147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" name="Google Shape;25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14030" y="581618"/>
            <a:ext cx="189701" cy="242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2318" y="581619"/>
            <a:ext cx="188748" cy="236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071586" y="581615"/>
            <a:ext cx="223888" cy="23638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8"/>
          <p:cNvSpPr/>
          <p:nvPr/>
        </p:nvSpPr>
        <p:spPr>
          <a:xfrm>
            <a:off x="2321541" y="581615"/>
            <a:ext cx="49530" cy="236854"/>
          </a:xfrm>
          <a:custGeom>
            <a:avLst/>
            <a:gdLst/>
            <a:ahLst/>
            <a:cxnLst/>
            <a:rect l="l" t="t" r="r" b="b"/>
            <a:pathLst>
              <a:path w="49530" h="236855" extrusionOk="0">
                <a:moveTo>
                  <a:pt x="49066" y="0"/>
                </a:moveTo>
                <a:lnTo>
                  <a:pt x="0" y="0"/>
                </a:lnTo>
                <a:lnTo>
                  <a:pt x="0" y="236369"/>
                </a:lnTo>
                <a:lnTo>
                  <a:pt x="49066" y="236369"/>
                </a:lnTo>
                <a:lnTo>
                  <a:pt x="4906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>
            <a:spLocks noGrp="1"/>
          </p:cNvSpPr>
          <p:nvPr>
            <p:ph type="title"/>
          </p:nvPr>
        </p:nvSpPr>
        <p:spPr>
          <a:xfrm>
            <a:off x="2299067" y="985473"/>
            <a:ext cx="9902190" cy="1178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200" b="0" i="0">
                <a:solidFill>
                  <a:srgbClr val="091E3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body" idx="1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body" idx="2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2299067" y="985473"/>
            <a:ext cx="9902190" cy="1178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200" b="0" i="0">
                <a:solidFill>
                  <a:srgbClr val="091E3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200" b="0" i="0">
                <a:solidFill>
                  <a:srgbClr val="091E3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subTitle" idx="1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2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2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>
            <a:spLocks noGrp="1"/>
          </p:cNvSpPr>
          <p:nvPr>
            <p:ph type="title"/>
          </p:nvPr>
        </p:nvSpPr>
        <p:spPr>
          <a:xfrm>
            <a:off x="2299067" y="985473"/>
            <a:ext cx="9902190" cy="1178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200" b="0" i="0" u="none" strike="noStrike" cap="none">
                <a:solidFill>
                  <a:srgbClr val="091E3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7"/>
          <p:cNvSpPr txBox="1">
            <a:spLocks noGrp="1"/>
          </p:cNvSpPr>
          <p:nvPr>
            <p:ph type="body" idx="1"/>
          </p:nvPr>
        </p:nvSpPr>
        <p:spPr>
          <a:xfrm>
            <a:off x="2322037" y="3396430"/>
            <a:ext cx="15455265" cy="5914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7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" name="Google Shape;9;p7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" name="Google Shape;10;p7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"/>
          <p:cNvSpPr txBox="1"/>
          <p:nvPr/>
        </p:nvSpPr>
        <p:spPr>
          <a:xfrm>
            <a:off x="390446" y="10223300"/>
            <a:ext cx="2614200" cy="7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6975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LOGO/NOME DO CLIENTE</a:t>
            </a:r>
            <a:endParaRPr sz="2400" dirty="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390446" y="6592900"/>
            <a:ext cx="6665674" cy="2805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9825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1050"/>
              </a:spcBef>
              <a:spcAft>
                <a:spcPts val="0"/>
              </a:spcAft>
              <a:buNone/>
            </a:pPr>
            <a:r>
              <a:rPr lang="en-US" sz="5400" b="1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Analise de Ferro</a:t>
            </a:r>
          </a:p>
          <a:p>
            <a:pPr marL="12700" marR="5080" lvl="0" indent="0" algn="l" rtl="0">
              <a:lnSpc>
                <a:spcPct val="100000"/>
              </a:lnSpc>
              <a:spcBef>
                <a:spcPts val="1050"/>
              </a:spcBef>
              <a:spcAft>
                <a:spcPts val="0"/>
              </a:spcAft>
              <a:buNone/>
            </a:pPr>
            <a:r>
              <a:rPr lang="en-US" sz="5400" b="1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Cristalizadores</a:t>
            </a:r>
            <a:r>
              <a:rPr lang="en-US" sz="5400" b="1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#1#2#3</a:t>
            </a:r>
            <a:endParaRPr sz="5400" b="1" dirty="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>
          <a:extLst>
            <a:ext uri="{FF2B5EF4-FFF2-40B4-BE49-F238E27FC236}">
              <a16:creationId xmlns:a16="http://schemas.microsoft.com/office/drawing/2014/main" id="{71B78D39-282A-395C-D5BA-B321F2C4B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DD7407E8-29B1-C462-FF74-54A8523849B3}"/>
              </a:ext>
            </a:extLst>
          </p:cNvPr>
          <p:cNvSpPr txBox="1"/>
          <p:nvPr/>
        </p:nvSpPr>
        <p:spPr>
          <a:xfrm>
            <a:off x="739518" y="1307076"/>
            <a:ext cx="4624962" cy="626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noAutofit/>
          </a:bodyPr>
          <a:lstStyle/>
          <a:p>
            <a:pPr marL="12700" marR="508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91E3E"/>
                </a:solidFill>
                <a:latin typeface="DM Sans"/>
                <a:ea typeface="DM Sans"/>
                <a:cs typeface="DM Sans"/>
                <a:sym typeface="DM Sans"/>
              </a:rPr>
              <a:t>Lorem ipsum, </a:t>
            </a:r>
            <a:r>
              <a:rPr lang="en-US" sz="2000" dirty="0" err="1">
                <a:solidFill>
                  <a:srgbClr val="091E3E"/>
                </a:solidFill>
                <a:latin typeface="DM Sans"/>
                <a:ea typeface="DM Sans"/>
                <a:cs typeface="DM Sans"/>
                <a:sym typeface="DM Sans"/>
              </a:rPr>
              <a:t>aaaaaaaakkklloooooo</a:t>
            </a:r>
            <a:endParaRPr sz="1650" dirty="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" name="Google Shape;138;g3dfc0d273c0_4_0">
            <a:extLst>
              <a:ext uri="{FF2B5EF4-FFF2-40B4-BE49-F238E27FC236}">
                <a16:creationId xmlns:a16="http://schemas.microsoft.com/office/drawing/2014/main" id="{E8BB1735-2422-4573-A1FC-1212F14F6BD2}"/>
              </a:ext>
            </a:extLst>
          </p:cNvPr>
          <p:cNvSpPr/>
          <p:nvPr/>
        </p:nvSpPr>
        <p:spPr>
          <a:xfrm>
            <a:off x="660461" y="660461"/>
            <a:ext cx="158115" cy="158115"/>
          </a:xfrm>
          <a:custGeom>
            <a:avLst/>
            <a:gdLst/>
            <a:ahLst/>
            <a:cxnLst/>
            <a:rect l="l" t="t" r="r" b="b"/>
            <a:pathLst>
              <a:path w="158115" h="158115" extrusionOk="0">
                <a:moveTo>
                  <a:pt x="157586" y="0"/>
                </a:moveTo>
                <a:lnTo>
                  <a:pt x="0" y="0"/>
                </a:lnTo>
                <a:lnTo>
                  <a:pt x="0" y="157586"/>
                </a:lnTo>
                <a:lnTo>
                  <a:pt x="157586" y="157586"/>
                </a:lnTo>
                <a:lnTo>
                  <a:pt x="157586" y="0"/>
                </a:lnTo>
                <a:close/>
              </a:path>
            </a:pathLst>
          </a:custGeom>
          <a:solidFill>
            <a:srgbClr val="091E3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39;g3dfc0d273c0_4_0">
            <a:extLst>
              <a:ext uri="{FF2B5EF4-FFF2-40B4-BE49-F238E27FC236}">
                <a16:creationId xmlns:a16="http://schemas.microsoft.com/office/drawing/2014/main" id="{A7B86609-4011-42D1-38E6-22DDCA1D3A4A}"/>
              </a:ext>
            </a:extLst>
          </p:cNvPr>
          <p:cNvSpPr/>
          <p:nvPr/>
        </p:nvSpPr>
        <p:spPr>
          <a:xfrm>
            <a:off x="424070" y="424070"/>
            <a:ext cx="473075" cy="473075"/>
          </a:xfrm>
          <a:custGeom>
            <a:avLst/>
            <a:gdLst/>
            <a:ahLst/>
            <a:cxnLst/>
            <a:rect l="l" t="t" r="r" b="b"/>
            <a:pathLst>
              <a:path w="473075" h="473075" extrusionOk="0">
                <a:moveTo>
                  <a:pt x="472781" y="0"/>
                </a:moveTo>
                <a:lnTo>
                  <a:pt x="157597" y="0"/>
                </a:lnTo>
                <a:lnTo>
                  <a:pt x="0" y="157597"/>
                </a:lnTo>
                <a:lnTo>
                  <a:pt x="0" y="472781"/>
                </a:lnTo>
                <a:lnTo>
                  <a:pt x="157597" y="472781"/>
                </a:lnTo>
                <a:lnTo>
                  <a:pt x="157597" y="222851"/>
                </a:lnTo>
                <a:lnTo>
                  <a:pt x="222851" y="157597"/>
                </a:lnTo>
                <a:lnTo>
                  <a:pt x="472781" y="157597"/>
                </a:lnTo>
                <a:lnTo>
                  <a:pt x="472781" y="0"/>
                </a:lnTo>
                <a:close/>
              </a:path>
            </a:pathLst>
          </a:custGeom>
          <a:solidFill>
            <a:srgbClr val="091E3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" name="Google Shape;140;g3dfc0d273c0_4_0">
            <a:extLst>
              <a:ext uri="{FF2B5EF4-FFF2-40B4-BE49-F238E27FC236}">
                <a16:creationId xmlns:a16="http://schemas.microsoft.com/office/drawing/2014/main" id="{3304E563-C142-D7A1-45C6-4E35F3D19792}"/>
              </a:ext>
            </a:extLst>
          </p:cNvPr>
          <p:cNvGrpSpPr/>
          <p:nvPr/>
        </p:nvGrpSpPr>
        <p:grpSpPr>
          <a:xfrm>
            <a:off x="975644" y="581618"/>
            <a:ext cx="828087" cy="242463"/>
            <a:chOff x="975644" y="581618"/>
            <a:chExt cx="828087" cy="242463"/>
          </a:xfrm>
        </p:grpSpPr>
        <p:pic>
          <p:nvPicPr>
            <p:cNvPr id="19" name="Google Shape;141;g3dfc0d273c0_4_0">
              <a:extLst>
                <a:ext uri="{FF2B5EF4-FFF2-40B4-BE49-F238E27FC236}">
                  <a16:creationId xmlns:a16="http://schemas.microsoft.com/office/drawing/2014/main" id="{C237F659-F9DD-0F69-1607-3A7672CEBD4D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75644" y="581938"/>
              <a:ext cx="168528" cy="2360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" name="Google Shape;142;g3dfc0d273c0_4_0">
              <a:extLst>
                <a:ext uri="{FF2B5EF4-FFF2-40B4-BE49-F238E27FC236}">
                  <a16:creationId xmlns:a16="http://schemas.microsoft.com/office/drawing/2014/main" id="{38D13C8B-0D1F-87BC-1803-19EB43CC33F3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176245" y="581618"/>
              <a:ext cx="189701" cy="2424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" name="Google Shape;143;g3dfc0d273c0_4_0">
              <a:extLst>
                <a:ext uri="{FF2B5EF4-FFF2-40B4-BE49-F238E27FC236}">
                  <a16:creationId xmlns:a16="http://schemas.microsoft.com/office/drawing/2014/main" id="{E159D2CC-B503-2C52-5A7A-2C442D3B9564}"/>
                </a:ext>
              </a:extLst>
            </p:cNvPr>
            <p:cNvSpPr/>
            <p:nvPr/>
          </p:nvSpPr>
          <p:spPr>
            <a:xfrm>
              <a:off x="1393685" y="581627"/>
              <a:ext cx="191770" cy="236220"/>
            </a:xfrm>
            <a:custGeom>
              <a:avLst/>
              <a:gdLst/>
              <a:ahLst/>
              <a:cxnLst/>
              <a:rect l="l" t="t" r="r" b="b"/>
              <a:pathLst>
                <a:path w="191769" h="236219" extrusionOk="0">
                  <a:moveTo>
                    <a:pt x="191477" y="0"/>
                  </a:moveTo>
                  <a:lnTo>
                    <a:pt x="0" y="0"/>
                  </a:lnTo>
                  <a:lnTo>
                    <a:pt x="0" y="41910"/>
                  </a:lnTo>
                  <a:lnTo>
                    <a:pt x="71043" y="41910"/>
                  </a:lnTo>
                  <a:lnTo>
                    <a:pt x="71043" y="236220"/>
                  </a:lnTo>
                  <a:lnTo>
                    <a:pt x="120751" y="236220"/>
                  </a:lnTo>
                  <a:lnTo>
                    <a:pt x="120751" y="41910"/>
                  </a:lnTo>
                  <a:lnTo>
                    <a:pt x="191477" y="41910"/>
                  </a:lnTo>
                  <a:lnTo>
                    <a:pt x="191477" y="0"/>
                  </a:lnTo>
                  <a:close/>
                </a:path>
              </a:pathLst>
            </a:custGeom>
            <a:solidFill>
              <a:srgbClr val="091E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2" name="Google Shape;144;g3dfc0d273c0_4_0">
              <a:extLst>
                <a:ext uri="{FF2B5EF4-FFF2-40B4-BE49-F238E27FC236}">
                  <a16:creationId xmlns:a16="http://schemas.microsoft.com/office/drawing/2014/main" id="{F1F25EC3-9D7E-5031-36A3-02E292B1E21A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614030" y="581618"/>
              <a:ext cx="189701" cy="24246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" name="Google Shape;145;g3dfc0d273c0_4_0">
            <a:extLst>
              <a:ext uri="{FF2B5EF4-FFF2-40B4-BE49-F238E27FC236}">
                <a16:creationId xmlns:a16="http://schemas.microsoft.com/office/drawing/2014/main" id="{3D3806BD-4F42-1574-2927-082DF7128C87}"/>
              </a:ext>
            </a:extLst>
          </p:cNvPr>
          <p:cNvGrpSpPr/>
          <p:nvPr/>
        </p:nvGrpSpPr>
        <p:grpSpPr>
          <a:xfrm>
            <a:off x="1852318" y="581615"/>
            <a:ext cx="518753" cy="236854"/>
            <a:chOff x="1852318" y="581615"/>
            <a:chExt cx="518753" cy="236854"/>
          </a:xfrm>
        </p:grpSpPr>
        <p:pic>
          <p:nvPicPr>
            <p:cNvPr id="24" name="Google Shape;146;g3dfc0d273c0_4_0">
              <a:extLst>
                <a:ext uri="{FF2B5EF4-FFF2-40B4-BE49-F238E27FC236}">
                  <a16:creationId xmlns:a16="http://schemas.microsoft.com/office/drawing/2014/main" id="{CF6F42AE-3A25-119F-7293-8CA1E0BE138B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852318" y="581619"/>
              <a:ext cx="188748" cy="2363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" name="Google Shape;147;g3dfc0d273c0_4_0">
              <a:extLst>
                <a:ext uri="{FF2B5EF4-FFF2-40B4-BE49-F238E27FC236}">
                  <a16:creationId xmlns:a16="http://schemas.microsoft.com/office/drawing/2014/main" id="{113211CF-6852-2431-8445-B2A35645BF8C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071586" y="581615"/>
              <a:ext cx="223888" cy="2363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" name="Google Shape;148;g3dfc0d273c0_4_0">
              <a:extLst>
                <a:ext uri="{FF2B5EF4-FFF2-40B4-BE49-F238E27FC236}">
                  <a16:creationId xmlns:a16="http://schemas.microsoft.com/office/drawing/2014/main" id="{89944FAF-34B7-CF69-A9BE-9B169B2CAEC4}"/>
                </a:ext>
              </a:extLst>
            </p:cNvPr>
            <p:cNvSpPr/>
            <p:nvPr/>
          </p:nvSpPr>
          <p:spPr>
            <a:xfrm>
              <a:off x="2321541" y="581615"/>
              <a:ext cx="49530" cy="236854"/>
            </a:xfrm>
            <a:custGeom>
              <a:avLst/>
              <a:gdLst/>
              <a:ahLst/>
              <a:cxnLst/>
              <a:rect l="l" t="t" r="r" b="b"/>
              <a:pathLst>
                <a:path w="49530" h="236855" extrusionOk="0">
                  <a:moveTo>
                    <a:pt x="49066" y="0"/>
                  </a:moveTo>
                  <a:lnTo>
                    <a:pt x="0" y="0"/>
                  </a:lnTo>
                  <a:lnTo>
                    <a:pt x="0" y="236369"/>
                  </a:lnTo>
                  <a:lnTo>
                    <a:pt x="49066" y="236369"/>
                  </a:lnTo>
                  <a:lnTo>
                    <a:pt x="49066" y="0"/>
                  </a:lnTo>
                  <a:close/>
                </a:path>
              </a:pathLst>
            </a:custGeom>
            <a:solidFill>
              <a:srgbClr val="091E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" name="Google Shape;149;g3dfc0d273c0_4_0" descr="$PPTXTitle">
            <a:extLst>
              <a:ext uri="{FF2B5EF4-FFF2-40B4-BE49-F238E27FC236}">
                <a16:creationId xmlns:a16="http://schemas.microsoft.com/office/drawing/2014/main" id="{E59F2BA1-63ED-D82C-6C83-56038A9F0B56}"/>
              </a:ext>
            </a:extLst>
          </p:cNvPr>
          <p:cNvSpPr txBox="1">
            <a:spLocks/>
          </p:cNvSpPr>
          <p:nvPr/>
        </p:nvSpPr>
        <p:spPr>
          <a:xfrm>
            <a:off x="2707640" y="493705"/>
            <a:ext cx="6412913" cy="385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6200" b="0" i="0" u="none" strike="noStrike" cap="none">
                <a:solidFill>
                  <a:srgbClr val="091E3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"/>
            <a:r>
              <a:rPr lang="en-US" sz="2400" dirty="0">
                <a:latin typeface="DM Sans"/>
                <a:ea typeface="DM Sans"/>
                <a:cs typeface="DM Sans"/>
                <a:sym typeface="DM Sans"/>
              </a:rPr>
              <a:t>LOGO DO CLIENTE</a:t>
            </a:r>
          </a:p>
        </p:txBody>
      </p:sp>
      <p:sp>
        <p:nvSpPr>
          <p:cNvPr id="28" name="Google Shape;150;g3dfc0d273c0_4_0">
            <a:extLst>
              <a:ext uri="{FF2B5EF4-FFF2-40B4-BE49-F238E27FC236}">
                <a16:creationId xmlns:a16="http://schemas.microsoft.com/office/drawing/2014/main" id="{D61FD79A-2718-00CA-9452-CCB72660EF1A}"/>
              </a:ext>
            </a:extLst>
          </p:cNvPr>
          <p:cNvSpPr/>
          <p:nvPr/>
        </p:nvSpPr>
        <p:spPr>
          <a:xfrm>
            <a:off x="424086" y="1065578"/>
            <a:ext cx="19256375" cy="0"/>
          </a:xfrm>
          <a:custGeom>
            <a:avLst/>
            <a:gdLst/>
            <a:ahLst/>
            <a:cxnLst/>
            <a:rect l="l" t="t" r="r" b="b"/>
            <a:pathLst>
              <a:path w="19256375" h="120000" extrusionOk="0">
                <a:moveTo>
                  <a:pt x="0" y="0"/>
                </a:moveTo>
                <a:lnTo>
                  <a:pt x="19255947" y="0"/>
                </a:lnTo>
              </a:path>
            </a:pathLst>
          </a:custGeom>
          <a:noFill/>
          <a:ln w="10450" cap="flat" cmpd="sng">
            <a:solidFill>
              <a:srgbClr val="091E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149;g3dfc0d273c0_4_0" descr="$PPTXTitle">
            <a:extLst>
              <a:ext uri="{FF2B5EF4-FFF2-40B4-BE49-F238E27FC236}">
                <a16:creationId xmlns:a16="http://schemas.microsoft.com/office/drawing/2014/main" id="{1C40AD64-086D-D3B2-F5AC-B9C073FA149C}"/>
              </a:ext>
            </a:extLst>
          </p:cNvPr>
          <p:cNvSpPr txBox="1">
            <a:spLocks/>
          </p:cNvSpPr>
          <p:nvPr/>
        </p:nvSpPr>
        <p:spPr>
          <a:xfrm>
            <a:off x="15849600" y="493707"/>
            <a:ext cx="3830430" cy="377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50" b="0" i="0" u="none" strike="noStrike" cap="none">
                <a:solidFill>
                  <a:srgbClr val="091E3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" algn="r"/>
            <a:r>
              <a:rPr lang="en-US" dirty="0">
                <a:latin typeface="DM Sans"/>
                <a:ea typeface="DM Sans"/>
                <a:cs typeface="DM Sans"/>
                <a:sym typeface="DM Sans"/>
              </a:rPr>
              <a:t>TITULO</a:t>
            </a:r>
          </a:p>
        </p:txBody>
      </p:sp>
    </p:spTree>
    <p:extLst>
      <p:ext uri="{BB962C8B-B14F-4D97-AF65-F5344CB8AC3E}">
        <p14:creationId xmlns:p14="http://schemas.microsoft.com/office/powerpoint/2010/main" val="3611916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6BD84AB-09DD-4216-8B27-1C0443214454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f0100f0e-7f73-4f5b-a0cc-cb93cd22503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447</TotalTime>
  <Words>19</Words>
  <Application>Microsoft Office PowerPoint</Application>
  <PresentationFormat>Personalizar</PresentationFormat>
  <Paragraphs>6</Paragraphs>
  <Slides>2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Calibri</vt:lpstr>
      <vt:lpstr>Arial</vt:lpstr>
      <vt:lpstr>DM Sans</vt:lpstr>
      <vt:lpstr>Office Theme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Gabriel Falcone</cp:lastModifiedBy>
  <cp:revision>18</cp:revision>
  <dcterms:created xsi:type="dcterms:W3CDTF">2026-05-07T20:35:17Z</dcterms:created>
  <dcterms:modified xsi:type="dcterms:W3CDTF">2026-08-12T12:34:20Z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2026-05-05T00:00:00Z</vt:filetime>
  </property>
  <property fmtid="{D5CDD505-2E9C-101B-9397-08002B2CF9AE}" pid="3" name="Creator">
    <vt:lpwstr>Adobe Illustrator 30.3 (Windows)</vt:lpwstr>
  </property>
  <property fmtid="{D5CDD505-2E9C-101B-9397-08002B2CF9AE}" pid="4" name="CreatorVersion">
    <vt:lpwstr>21.0.0</vt:lpwstr>
  </property>
  <property fmtid="{D5CDD505-2E9C-101B-9397-08002B2CF9AE}" pid="5" name="LastSaved">
    <vt:filetime>2026-05-07T00:00:00Z</vt:filetime>
  </property>
  <property fmtid="{D5CDD505-2E9C-101B-9397-08002B2CF9AE}" pid="6" name="Producer">
    <vt:lpwstr>Adobe PDF library 18.00</vt:lpwstr>
  </property>
</Properties>
</file>