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6" r:id="rId13"/>
    <p:sldId id="287" r:id="rId14"/>
    <p:sldId id="280" r:id="rId15"/>
    <p:sldId id="285" r:id="rId16"/>
  </p:sldIdLst>
  <p:sldSz cx="20104100" cy="11309350"/>
  <p:notesSz cx="20104100" cy="11309350"/>
  <p:embeddedFontLst>
    <p:embeddedFont>
      <p:font typeface="DM Sans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35" userDrawn="1">
          <p15:clr>
            <a:srgbClr val="000000"/>
          </p15:clr>
        </p15:guide>
        <p15:guide id="2" pos="2159" userDrawn="1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p/Z6/kkufvwe/aMC6hxfZAgWv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5321"/>
    <a:srgbClr val="091E3E"/>
    <a:srgbClr val="3E4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C4AD5-70B8-409A-B86D-EB4B797518AE}" v="30" dt="2026-06-04T15:01:42.406"/>
  </p1510:revLst>
</p1510:revInfo>
</file>

<file path=ppt/tableStyles.xml><?xml version="1.0" encoding="utf-8"?>
<a:tblStyleLst xmlns:a="http://schemas.openxmlformats.org/drawingml/2006/main" def="{CEF5A196-1507-4F46-96E9-15BF39C3FD88}">
  <a:tblStyle styleId="{CEF5A196-1507-4F46-96E9-15BF39C3FD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56" autoAdjust="0"/>
  </p:normalViewPr>
  <p:slideViewPr>
    <p:cSldViewPr snapToGrid="0">
      <p:cViewPr varScale="1">
        <p:scale>
          <a:sx n="63" d="100"/>
          <a:sy n="63" d="100"/>
        </p:scale>
        <p:origin x="840" y="102"/>
      </p:cViewPr>
      <p:guideLst>
        <p:guide orient="horz" pos="1135"/>
        <p:guide pos="21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obo" userId="8b1e59f4-9ff9-402b-8ebd-efadcb0ac85c" providerId="ADAL" clId="{454308E4-3695-4B76-BE9C-81D39EB8C27C}"/>
    <pc:docChg chg="undo custSel modSld">
      <pc:chgData name="Felipe Lobo" userId="8b1e59f4-9ff9-402b-8ebd-efadcb0ac85c" providerId="ADAL" clId="{454308E4-3695-4B76-BE9C-81D39EB8C27C}" dt="2026-05-14T12:39:32.811" v="3" actId="1076"/>
      <pc:docMkLst>
        <pc:docMk/>
      </pc:docMkLst>
      <pc:sldChg chg="modSp mod">
        <pc:chgData name="Felipe Lobo" userId="8b1e59f4-9ff9-402b-8ebd-efadcb0ac85c" providerId="ADAL" clId="{454308E4-3695-4B76-BE9C-81D39EB8C27C}" dt="2026-05-14T12:33:22.833" v="1" actId="1076"/>
        <pc:sldMkLst>
          <pc:docMk/>
          <pc:sldMk cId="0" sldId="260"/>
        </pc:sldMkLst>
        <pc:picChg chg="mod">
          <ac:chgData name="Felipe Lobo" userId="8b1e59f4-9ff9-402b-8ebd-efadcb0ac85c" providerId="ADAL" clId="{454308E4-3695-4B76-BE9C-81D39EB8C27C}" dt="2026-05-14T12:33:22.833" v="1" actId="1076"/>
          <ac:picMkLst>
            <pc:docMk/>
            <pc:sldMk cId="0" sldId="260"/>
            <ac:picMk id="172" creationId="{00000000-0000-0000-0000-000000000000}"/>
          </ac:picMkLst>
        </pc:picChg>
      </pc:sldChg>
      <pc:sldChg chg="modSp mod">
        <pc:chgData name="Felipe Lobo" userId="8b1e59f4-9ff9-402b-8ebd-efadcb0ac85c" providerId="ADAL" clId="{454308E4-3695-4B76-BE9C-81D39EB8C27C}" dt="2026-05-14T12:39:32.811" v="3" actId="1076"/>
        <pc:sldMkLst>
          <pc:docMk/>
          <pc:sldMk cId="0" sldId="261"/>
        </pc:sldMkLst>
        <pc:grpChg chg="mod">
          <ac:chgData name="Felipe Lobo" userId="8b1e59f4-9ff9-402b-8ebd-efadcb0ac85c" providerId="ADAL" clId="{454308E4-3695-4B76-BE9C-81D39EB8C27C}" dt="2026-05-14T12:37:41.408" v="2" actId="1076"/>
          <ac:grpSpMkLst>
            <pc:docMk/>
            <pc:sldMk cId="0" sldId="261"/>
            <ac:grpSpMk id="210" creationId="{00000000-0000-0000-0000-000000000000}"/>
          </ac:grpSpMkLst>
        </pc:grpChg>
      </pc:sldChg>
    </pc:docChg>
  </pc:docChgLst>
  <pc:docChgLst>
    <pc:chgData name="Ana Júlia Brito" userId="21d73fcd-3fe6-4105-a58a-d32fd57970d8" providerId="ADAL" clId="{B32D7618-A9B5-4373-A3DD-1947F45504D1}"/>
    <pc:docChg chg="undo redo custSel delSld modSld">
      <pc:chgData name="Ana Júlia Brito" userId="21d73fcd-3fe6-4105-a58a-d32fd57970d8" providerId="ADAL" clId="{B32D7618-A9B5-4373-A3DD-1947F45504D1}" dt="2026-06-04T15:03:51.397" v="292" actId="1035"/>
      <pc:docMkLst>
        <pc:docMk/>
      </pc:docMkLst>
      <pc:sldChg chg="addSp delSp modSp mod">
        <pc:chgData name="Ana Júlia Brito" userId="21d73fcd-3fe6-4105-a58a-d32fd57970d8" providerId="ADAL" clId="{B32D7618-A9B5-4373-A3DD-1947F45504D1}" dt="2026-06-04T15:01:05.145" v="218" actId="20577"/>
        <pc:sldMkLst>
          <pc:docMk/>
          <pc:sldMk cId="0" sldId="260"/>
        </pc:sldMkLst>
        <pc:spChg chg="add mod">
          <ac:chgData name="Ana Júlia Brito" userId="21d73fcd-3fe6-4105-a58a-d32fd57970d8" providerId="ADAL" clId="{B32D7618-A9B5-4373-A3DD-1947F45504D1}" dt="2026-06-04T14:59:18.605" v="151" actId="1036"/>
          <ac:spMkLst>
            <pc:docMk/>
            <pc:sldMk cId="0" sldId="260"/>
            <ac:spMk id="3" creationId="{7DF2CE8F-F95F-0DE5-7CD4-BB83D619209E}"/>
          </ac:spMkLst>
        </pc:spChg>
        <pc:spChg chg="add mod">
          <ac:chgData name="Ana Júlia Brito" userId="21d73fcd-3fe6-4105-a58a-d32fd57970d8" providerId="ADAL" clId="{B32D7618-A9B5-4373-A3DD-1947F45504D1}" dt="2026-06-04T15:00:34.379" v="199" actId="1037"/>
          <ac:spMkLst>
            <pc:docMk/>
            <pc:sldMk cId="0" sldId="260"/>
            <ac:spMk id="9" creationId="{2B7A386C-B32B-EF86-EF9C-83492B855586}"/>
          </ac:spMkLst>
        </pc:spChg>
        <pc:spChg chg="add mod">
          <ac:chgData name="Ana Júlia Brito" userId="21d73fcd-3fe6-4105-a58a-d32fd57970d8" providerId="ADAL" clId="{B32D7618-A9B5-4373-A3DD-1947F45504D1}" dt="2026-06-04T15:00:32.887" v="197" actId="1038"/>
          <ac:spMkLst>
            <pc:docMk/>
            <pc:sldMk cId="0" sldId="260"/>
            <ac:spMk id="11" creationId="{5557F124-3528-F017-3A37-7631AC685426}"/>
          </ac:spMkLst>
        </pc:spChg>
        <pc:spChg chg="add mod">
          <ac:chgData name="Ana Júlia Brito" userId="21d73fcd-3fe6-4105-a58a-d32fd57970d8" providerId="ADAL" clId="{B32D7618-A9B5-4373-A3DD-1947F45504D1}" dt="2026-06-04T14:59:57.490" v="172" actId="571"/>
          <ac:spMkLst>
            <pc:docMk/>
            <pc:sldMk cId="0" sldId="260"/>
            <ac:spMk id="12" creationId="{EFADA2C2-BD59-C5F2-F6E9-E408A9DC35D2}"/>
          </ac:spMkLst>
        </pc:spChg>
        <pc:spChg chg="add mod">
          <ac:chgData name="Ana Júlia Brito" userId="21d73fcd-3fe6-4105-a58a-d32fd57970d8" providerId="ADAL" clId="{B32D7618-A9B5-4373-A3DD-1947F45504D1}" dt="2026-06-04T15:00:30.265" v="189" actId="1038"/>
          <ac:spMkLst>
            <pc:docMk/>
            <pc:sldMk cId="0" sldId="260"/>
            <ac:spMk id="14" creationId="{86377263-1C11-5E91-8399-472EC6671B99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16" creationId="{7DD17C1C-BF75-06F0-1F1A-418E70BB30B0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18" creationId="{0C461081-8391-CD33-FC06-4DD83AB0B868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34" creationId="{98F3B90F-8504-2D05-9C95-56CE3DC1BBB6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36" creationId="{092353B8-9A05-7E95-6242-C52AFEFCF5E7}"/>
          </ac:spMkLst>
        </pc:spChg>
        <pc:spChg chg="del mod">
          <ac:chgData name="Ana Júlia Brito" userId="21d73fcd-3fe6-4105-a58a-d32fd57970d8" providerId="ADAL" clId="{B32D7618-A9B5-4373-A3DD-1947F45504D1}" dt="2026-06-04T14:58:57.456" v="136" actId="478"/>
          <ac:spMkLst>
            <pc:docMk/>
            <pc:sldMk cId="0" sldId="260"/>
            <ac:spMk id="43" creationId="{9927B02C-58B9-EB43-80DF-2D32791ED8CF}"/>
          </ac:spMkLst>
        </pc:spChg>
        <pc:spChg chg="del mod">
          <ac:chgData name="Ana Júlia Brito" userId="21d73fcd-3fe6-4105-a58a-d32fd57970d8" providerId="ADAL" clId="{B32D7618-A9B5-4373-A3DD-1947F45504D1}" dt="2026-06-04T14:55:45.169" v="63" actId="478"/>
          <ac:spMkLst>
            <pc:docMk/>
            <pc:sldMk cId="0" sldId="260"/>
            <ac:spMk id="44" creationId="{B15DD88E-3DE2-4948-67B3-37FF2AC871BA}"/>
          </ac:spMkLst>
        </pc:spChg>
        <pc:spChg chg="del mod">
          <ac:chgData name="Ana Júlia Brito" userId="21d73fcd-3fe6-4105-a58a-d32fd57970d8" providerId="ADAL" clId="{B32D7618-A9B5-4373-A3DD-1947F45504D1}" dt="2026-06-04T14:55:47.810" v="64" actId="478"/>
          <ac:spMkLst>
            <pc:docMk/>
            <pc:sldMk cId="0" sldId="260"/>
            <ac:spMk id="45" creationId="{5C65E52B-91EF-874E-F2CA-F627204A9478}"/>
          </ac:spMkLst>
        </pc:spChg>
        <pc:spChg chg="del mod">
          <ac:chgData name="Ana Júlia Brito" userId="21d73fcd-3fe6-4105-a58a-d32fd57970d8" providerId="ADAL" clId="{B32D7618-A9B5-4373-A3DD-1947F45504D1}" dt="2026-06-04T14:55:48.241" v="65" actId="478"/>
          <ac:spMkLst>
            <pc:docMk/>
            <pc:sldMk cId="0" sldId="260"/>
            <ac:spMk id="46" creationId="{BC797248-2F43-83E0-8DC7-5024F2D0B6DB}"/>
          </ac:spMkLst>
        </pc:spChg>
        <pc:graphicFrameChg chg="add mod modGraphic">
          <ac:chgData name="Ana Júlia Brito" userId="21d73fcd-3fe6-4105-a58a-d32fd57970d8" providerId="ADAL" clId="{B32D7618-A9B5-4373-A3DD-1947F45504D1}" dt="2026-06-04T15:00:51.047" v="204" actId="20577"/>
          <ac:graphicFrameMkLst>
            <pc:docMk/>
            <pc:sldMk cId="0" sldId="260"/>
            <ac:graphicFrameMk id="2" creationId="{0B3EC63C-3F41-F921-2CF2-92428B2A4030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4:59:44.224" v="167" actId="571"/>
          <ac:graphicFrameMkLst>
            <pc:docMk/>
            <pc:sldMk cId="0" sldId="260"/>
            <ac:graphicFrameMk id="4" creationId="{D9CA3105-C7B0-EE97-42A6-37CD199DE2F7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36.358" v="160" actId="571"/>
          <ac:graphicFrameMkLst>
            <pc:docMk/>
            <pc:sldMk cId="0" sldId="260"/>
            <ac:graphicFrameMk id="5" creationId="{1F5678DD-2AAF-764B-50DC-50B2DD74C122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43.143" v="165" actId="571"/>
          <ac:graphicFrameMkLst>
            <pc:docMk/>
            <pc:sldMk cId="0" sldId="260"/>
            <ac:graphicFrameMk id="6" creationId="{C7E5F573-CF32-B046-AF3A-31413C48E507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42.936" v="164" actId="571"/>
          <ac:graphicFrameMkLst>
            <pc:docMk/>
            <pc:sldMk cId="0" sldId="260"/>
            <ac:graphicFrameMk id="7" creationId="{2ED12348-48D5-F27A-3CB0-0EA9E0B723A4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8.002" v="210" actId="20577"/>
          <ac:graphicFrameMkLst>
            <pc:docMk/>
            <pc:sldMk cId="0" sldId="260"/>
            <ac:graphicFrameMk id="8" creationId="{2A12FE4C-684E-99E5-B1B2-47E214DD04FC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6.111" v="208" actId="20577"/>
          <ac:graphicFrameMkLst>
            <pc:docMk/>
            <pc:sldMk cId="0" sldId="260"/>
            <ac:graphicFrameMk id="10" creationId="{E2D79D15-1B97-8A8E-B4A6-673B1C8F0B04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3.313" v="206" actId="20577"/>
          <ac:graphicFrameMkLst>
            <pc:docMk/>
            <pc:sldMk cId="0" sldId="260"/>
            <ac:graphicFrameMk id="13" creationId="{16613E7B-BB81-27B7-4EDD-12211B58DE7A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0.390" v="212" actId="20577"/>
          <ac:graphicFrameMkLst>
            <pc:docMk/>
            <pc:sldMk cId="0" sldId="260"/>
            <ac:graphicFrameMk id="15" creationId="{77C46EB7-9991-7E88-40A8-C18D9DD0E4F8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5.145" v="218" actId="20577"/>
          <ac:graphicFrameMkLst>
            <pc:docMk/>
            <pc:sldMk cId="0" sldId="260"/>
            <ac:graphicFrameMk id="17" creationId="{E7FF6884-EEA1-F8EB-1BB1-148A3569B598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3.670" v="216" actId="20577"/>
          <ac:graphicFrameMkLst>
            <pc:docMk/>
            <pc:sldMk cId="0" sldId="260"/>
            <ac:graphicFrameMk id="19" creationId="{9BE600CF-F0E8-F13F-CE15-3E9B1868D46C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2.032" v="214" actId="20577"/>
          <ac:graphicFrameMkLst>
            <pc:docMk/>
            <pc:sldMk cId="0" sldId="260"/>
            <ac:graphicFrameMk id="35" creationId="{86FD35B5-334E-74C5-55FC-444F70EF795F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0" creationId="{F01D7F3F-40B7-9E42-C07C-034A543BFFD1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1" creationId="{13575175-60E6-1A71-386A-7F1CB4F40EFC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2" creationId="{5B64FFA1-8C7A-86B8-DE89-5B11014F6711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20.615" v="123" actId="478"/>
          <ac:graphicFrameMkLst>
            <pc:docMk/>
            <pc:sldMk cId="0" sldId="260"/>
            <ac:graphicFrameMk id="180" creationId="{00000000-0000-0000-0000-000000000000}"/>
          </ac:graphicFrameMkLst>
        </pc:graphicFrameChg>
      </pc:sldChg>
      <pc:sldChg chg="addSp modSp mod">
        <pc:chgData name="Ana Júlia Brito" userId="21d73fcd-3fe6-4105-a58a-d32fd57970d8" providerId="ADAL" clId="{B32D7618-A9B5-4373-A3DD-1947F45504D1}" dt="2026-06-04T15:03:51.397" v="292" actId="1035"/>
        <pc:sldMkLst>
          <pc:docMk/>
          <pc:sldMk cId="0" sldId="261"/>
        </pc:sldMkLst>
        <pc:spChg chg="mod">
          <ac:chgData name="Ana Júlia Brito" userId="21d73fcd-3fe6-4105-a58a-d32fd57970d8" providerId="ADAL" clId="{B32D7618-A9B5-4373-A3DD-1947F45504D1}" dt="2026-06-04T15:01:17.423" v="221" actId="20577"/>
          <ac:spMkLst>
            <pc:docMk/>
            <pc:sldMk cId="0" sldId="261"/>
            <ac:spMk id="15" creationId="{15930646-98E2-C319-2DED-02DC05109389}"/>
          </ac:spMkLst>
        </pc:spChg>
        <pc:spChg chg="add 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6" creationId="{969CE37D-3423-70D8-27A7-C04498D73921}"/>
          </ac:spMkLst>
        </pc:spChg>
        <pc:spChg chg="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7" creationId="{CA6F399C-3F4B-D13E-2FC4-F303EBE02A7E}"/>
          </ac:spMkLst>
        </pc:spChg>
        <pc:spChg chg="add mod">
          <ac:chgData name="Ana Júlia Brito" userId="21d73fcd-3fe6-4105-a58a-d32fd57970d8" providerId="ADAL" clId="{B32D7618-A9B5-4373-A3DD-1947F45504D1}" dt="2026-06-04T15:01:20.623" v="222" actId="1076"/>
          <ac:spMkLst>
            <pc:docMk/>
            <pc:sldMk cId="0" sldId="261"/>
            <ac:spMk id="18" creationId="{BC86B47E-4546-577F-29F4-E5A4A4F25142}"/>
          </ac:spMkLst>
        </pc:spChg>
        <pc:spChg chg="add mod or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9" creationId="{BF367F63-7C09-B316-DBCF-E654E722F5CD}"/>
          </ac:spMkLst>
        </pc:spChg>
        <pc:spChg chg="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209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1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2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3" creationId="{00000000-0000-0000-0000-000000000000}"/>
          </ac:spMkLst>
        </pc:spChg>
        <pc:grpChg chg="mod">
          <ac:chgData name="Ana Júlia Brito" userId="21d73fcd-3fe6-4105-a58a-d32fd57970d8" providerId="ADAL" clId="{B32D7618-A9B5-4373-A3DD-1947F45504D1}" dt="2026-06-04T15:02:35.425" v="261" actId="1035"/>
          <ac:grpSpMkLst>
            <pc:docMk/>
            <pc:sldMk cId="0" sldId="261"/>
            <ac:grpSpMk id="210" creationId="{00000000-0000-0000-0000-000000000000}"/>
          </ac:grpSpMkLst>
        </pc:grp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1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3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5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7" creationId="{00000000-0000-0000-0000-000000000000}"/>
          </ac:graphicFrameMkLst>
        </pc:graphicFrame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1" creationId="{ACBC0325-1555-4E3C-93B8-25C5AF6529AD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2" creationId="{DFED2E9C-D6D7-5324-A142-04FC1FD4ABAD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3" creationId="{054E7AD6-DC1E-9A84-CE2C-1BB53982C5D7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00" creationId="{00000000-0000-0000-0000-000000000000}"/>
          </ac:picMkLst>
        </pc:picChg>
      </pc:sldChg>
      <pc:sldChg chg="del">
        <pc:chgData name="Ana Júlia Brito" userId="21d73fcd-3fe6-4105-a58a-d32fd57970d8" providerId="ADAL" clId="{B32D7618-A9B5-4373-A3DD-1947F45504D1}" dt="2026-06-04T15:03:29.145" v="273" actId="47"/>
        <pc:sldMkLst>
          <pc:docMk/>
          <pc:sldMk cId="232984059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8"/>
          <p:cNvSpPr/>
          <p:nvPr/>
        </p:nvSpPr>
        <p:spPr>
          <a:xfrm>
            <a:off x="6374774" y="417165"/>
            <a:ext cx="13729335" cy="10891520"/>
          </a:xfrm>
          <a:custGeom>
            <a:avLst/>
            <a:gdLst/>
            <a:ahLst/>
            <a:cxnLst/>
            <a:rect l="l" t="t" r="r" b="b"/>
            <a:pathLst>
              <a:path w="13729335" h="10891520" extrusionOk="0">
                <a:moveTo>
                  <a:pt x="5793270" y="10796833"/>
                </a:moveTo>
                <a:lnTo>
                  <a:pt x="0" y="10796833"/>
                </a:lnTo>
                <a:lnTo>
                  <a:pt x="94562" y="10891385"/>
                </a:lnTo>
                <a:lnTo>
                  <a:pt x="5767709" y="10891385"/>
                </a:lnTo>
                <a:lnTo>
                  <a:pt x="5793270" y="10796833"/>
                </a:lnTo>
                <a:close/>
              </a:path>
              <a:path w="13729335" h="10891520" extrusionOk="0">
                <a:moveTo>
                  <a:pt x="13729320" y="10796833"/>
                </a:moveTo>
                <a:lnTo>
                  <a:pt x="7197492" y="10796833"/>
                </a:lnTo>
                <a:lnTo>
                  <a:pt x="7292123" y="10891385"/>
                </a:lnTo>
                <a:lnTo>
                  <a:pt x="13729320" y="10891385"/>
                </a:lnTo>
                <a:lnTo>
                  <a:pt x="13729320" y="10796833"/>
                </a:lnTo>
                <a:close/>
              </a:path>
              <a:path w="13729335" h="10891520" extrusionOk="0">
                <a:moveTo>
                  <a:pt x="3333762" y="3333364"/>
                </a:moveTo>
                <a:lnTo>
                  <a:pt x="1538183" y="5128943"/>
                </a:lnTo>
                <a:lnTo>
                  <a:pt x="0" y="10796833"/>
                </a:lnTo>
                <a:lnTo>
                  <a:pt x="2831369" y="10037830"/>
                </a:lnTo>
                <a:lnTo>
                  <a:pt x="4048044" y="5537150"/>
                </a:lnTo>
                <a:lnTo>
                  <a:pt x="5199050" y="4386128"/>
                </a:lnTo>
                <a:lnTo>
                  <a:pt x="4363039" y="4386128"/>
                </a:lnTo>
                <a:lnTo>
                  <a:pt x="4367919" y="4368045"/>
                </a:lnTo>
                <a:lnTo>
                  <a:pt x="4385992" y="4363176"/>
                </a:lnTo>
                <a:lnTo>
                  <a:pt x="5222002" y="4363176"/>
                </a:lnTo>
                <a:lnTo>
                  <a:pt x="5537140" y="4048033"/>
                </a:lnTo>
                <a:lnTo>
                  <a:pt x="8178974" y="3333888"/>
                </a:lnTo>
                <a:lnTo>
                  <a:pt x="3333583" y="3333888"/>
                </a:lnTo>
                <a:lnTo>
                  <a:pt x="3333762" y="3333364"/>
                </a:lnTo>
                <a:close/>
              </a:path>
              <a:path w="13729335" h="10891520" extrusionOk="0">
                <a:moveTo>
                  <a:pt x="6437852" y="10037830"/>
                </a:moveTo>
                <a:lnTo>
                  <a:pt x="5998463" y="10037830"/>
                </a:lnTo>
                <a:lnTo>
                  <a:pt x="5793270" y="10796833"/>
                </a:lnTo>
                <a:lnTo>
                  <a:pt x="7197492" y="10796833"/>
                </a:lnTo>
                <a:lnTo>
                  <a:pt x="6437852" y="10037830"/>
                </a:lnTo>
                <a:close/>
              </a:path>
              <a:path w="13729335" h="10891520" extrusionOk="0">
                <a:moveTo>
                  <a:pt x="13199202" y="2831505"/>
                </a:moveTo>
                <a:lnTo>
                  <a:pt x="10037704" y="2831505"/>
                </a:lnTo>
                <a:lnTo>
                  <a:pt x="5537140" y="4048033"/>
                </a:lnTo>
                <a:lnTo>
                  <a:pt x="4048044" y="5537150"/>
                </a:lnTo>
                <a:lnTo>
                  <a:pt x="2831369" y="10037830"/>
                </a:lnTo>
                <a:lnTo>
                  <a:pt x="5998463" y="10037830"/>
                </a:lnTo>
                <a:lnTo>
                  <a:pt x="6091908" y="9692176"/>
                </a:lnTo>
                <a:lnTo>
                  <a:pt x="13289196" y="9692176"/>
                </a:lnTo>
                <a:lnTo>
                  <a:pt x="11834416" y="8236189"/>
                </a:lnTo>
                <a:lnTo>
                  <a:pt x="4633021" y="8236189"/>
                </a:lnTo>
                <a:lnTo>
                  <a:pt x="5082117" y="6571213"/>
                </a:lnTo>
                <a:lnTo>
                  <a:pt x="5082243" y="6570553"/>
                </a:lnTo>
                <a:lnTo>
                  <a:pt x="5398359" y="5398474"/>
                </a:lnTo>
                <a:lnTo>
                  <a:pt x="8236052" y="4633146"/>
                </a:lnTo>
                <a:lnTo>
                  <a:pt x="12716181" y="4633146"/>
                </a:lnTo>
                <a:lnTo>
                  <a:pt x="13199202" y="2831505"/>
                </a:lnTo>
                <a:close/>
              </a:path>
              <a:path w="13729335" h="10891520" extrusionOk="0">
                <a:moveTo>
                  <a:pt x="13289196" y="9692176"/>
                </a:moveTo>
                <a:lnTo>
                  <a:pt x="6091908" y="9692176"/>
                </a:lnTo>
                <a:lnTo>
                  <a:pt x="6437852" y="10037830"/>
                </a:lnTo>
                <a:lnTo>
                  <a:pt x="13634564" y="10037830"/>
                </a:lnTo>
                <a:lnTo>
                  <a:pt x="13289196" y="9692176"/>
                </a:lnTo>
                <a:close/>
              </a:path>
              <a:path w="13729335" h="10891520" extrusionOk="0">
                <a:moveTo>
                  <a:pt x="8236052" y="4633146"/>
                </a:moveTo>
                <a:lnTo>
                  <a:pt x="5398359" y="5398474"/>
                </a:lnTo>
                <a:lnTo>
                  <a:pt x="5082243" y="6570553"/>
                </a:lnTo>
                <a:lnTo>
                  <a:pt x="5082117" y="6571213"/>
                </a:lnTo>
                <a:lnTo>
                  <a:pt x="4633021" y="8236189"/>
                </a:lnTo>
                <a:lnTo>
                  <a:pt x="11834416" y="8236189"/>
                </a:lnTo>
                <a:lnTo>
                  <a:pt x="8236052" y="4633146"/>
                </a:lnTo>
                <a:close/>
              </a:path>
              <a:path w="13729335" h="10891520" extrusionOk="0">
                <a:moveTo>
                  <a:pt x="12716181" y="4633146"/>
                </a:moveTo>
                <a:lnTo>
                  <a:pt x="8236052" y="4633146"/>
                </a:lnTo>
                <a:lnTo>
                  <a:pt x="9691914" y="6091908"/>
                </a:lnTo>
                <a:lnTo>
                  <a:pt x="12530801" y="5324602"/>
                </a:lnTo>
                <a:lnTo>
                  <a:pt x="12716181" y="4633146"/>
                </a:lnTo>
                <a:close/>
              </a:path>
              <a:path w="13729335" h="10891520" extrusionOk="0">
                <a:moveTo>
                  <a:pt x="4385992" y="4363176"/>
                </a:moveTo>
                <a:lnTo>
                  <a:pt x="4367919" y="4368045"/>
                </a:lnTo>
                <a:lnTo>
                  <a:pt x="4363039" y="4386128"/>
                </a:lnTo>
                <a:lnTo>
                  <a:pt x="4381112" y="4381248"/>
                </a:lnTo>
                <a:lnTo>
                  <a:pt x="4385992" y="4363176"/>
                </a:lnTo>
                <a:close/>
              </a:path>
              <a:path w="13729335" h="10891520" extrusionOk="0">
                <a:moveTo>
                  <a:pt x="5222002" y="4363176"/>
                </a:moveTo>
                <a:lnTo>
                  <a:pt x="4385992" y="4363176"/>
                </a:lnTo>
                <a:lnTo>
                  <a:pt x="4381112" y="4381248"/>
                </a:lnTo>
                <a:lnTo>
                  <a:pt x="4363039" y="4386128"/>
                </a:lnTo>
                <a:lnTo>
                  <a:pt x="5199050" y="4386128"/>
                </a:lnTo>
                <a:lnTo>
                  <a:pt x="5222002" y="4363176"/>
                </a:lnTo>
                <a:close/>
              </a:path>
              <a:path w="13729335" h="10891520" extrusionOk="0">
                <a:moveTo>
                  <a:pt x="10796833" y="0"/>
                </a:moveTo>
                <a:lnTo>
                  <a:pt x="5128807" y="1538319"/>
                </a:lnTo>
                <a:lnTo>
                  <a:pt x="3333762" y="3333364"/>
                </a:lnTo>
                <a:lnTo>
                  <a:pt x="3333583" y="3333888"/>
                </a:lnTo>
                <a:lnTo>
                  <a:pt x="8178974" y="3333888"/>
                </a:lnTo>
                <a:lnTo>
                  <a:pt x="10037704" y="2831505"/>
                </a:lnTo>
                <a:lnTo>
                  <a:pt x="10796833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8"/>
          <p:cNvSpPr/>
          <p:nvPr/>
        </p:nvSpPr>
        <p:spPr>
          <a:xfrm>
            <a:off x="6374769" y="417166"/>
            <a:ext cx="13729335" cy="10891520"/>
          </a:xfrm>
          <a:custGeom>
            <a:avLst/>
            <a:gdLst/>
            <a:ahLst/>
            <a:cxnLst/>
            <a:rect l="l" t="t" r="r" b="b"/>
            <a:pathLst>
              <a:path w="13729335" h="10891520" extrusionOk="0">
                <a:moveTo>
                  <a:pt x="3333636" y="3333762"/>
                </a:moveTo>
                <a:lnTo>
                  <a:pt x="3333500" y="3333626"/>
                </a:lnTo>
              </a:path>
              <a:path w="13729335" h="10891520" extrusionOk="0">
                <a:moveTo>
                  <a:pt x="4381123" y="4381248"/>
                </a:moveTo>
                <a:lnTo>
                  <a:pt x="4367929" y="4368055"/>
                </a:lnTo>
              </a:path>
              <a:path w="13729335" h="10891520" extrusionOk="0">
                <a:moveTo>
                  <a:pt x="6571224" y="5082107"/>
                </a:moveTo>
                <a:lnTo>
                  <a:pt x="5398359" y="5398474"/>
                </a:lnTo>
                <a:lnTo>
                  <a:pt x="5082253" y="6570553"/>
                </a:lnTo>
                <a:lnTo>
                  <a:pt x="5082117" y="6571213"/>
                </a:lnTo>
                <a:lnTo>
                  <a:pt x="4633021" y="8236189"/>
                </a:lnTo>
                <a:lnTo>
                  <a:pt x="6960426" y="7610961"/>
                </a:lnTo>
                <a:lnTo>
                  <a:pt x="7473102" y="7473227"/>
                </a:lnTo>
                <a:lnTo>
                  <a:pt x="7610836" y="6960541"/>
                </a:lnTo>
                <a:lnTo>
                  <a:pt x="8236052" y="4633146"/>
                </a:lnTo>
                <a:lnTo>
                  <a:pt x="6571224" y="5082107"/>
                </a:lnTo>
              </a:path>
              <a:path w="13729335" h="10891520" extrusionOk="0">
                <a:moveTo>
                  <a:pt x="13729330" y="10132677"/>
                </a:moveTo>
                <a:lnTo>
                  <a:pt x="9691914" y="6091908"/>
                </a:lnTo>
                <a:lnTo>
                  <a:pt x="9260765" y="5659974"/>
                </a:lnTo>
                <a:lnTo>
                  <a:pt x="8236052" y="4633146"/>
                </a:lnTo>
                <a:lnTo>
                  <a:pt x="7610836" y="6960541"/>
                </a:lnTo>
                <a:lnTo>
                  <a:pt x="7473102" y="7473227"/>
                </a:lnTo>
                <a:lnTo>
                  <a:pt x="10891264" y="10891389"/>
                </a:lnTo>
              </a:path>
              <a:path w="13729335" h="10891520" extrusionOk="0">
                <a:moveTo>
                  <a:pt x="10891264" y="10891389"/>
                </a:moveTo>
                <a:lnTo>
                  <a:pt x="7473102" y="7473227"/>
                </a:lnTo>
                <a:lnTo>
                  <a:pt x="6960426" y="7610961"/>
                </a:lnTo>
                <a:lnTo>
                  <a:pt x="4633021" y="8236189"/>
                </a:lnTo>
                <a:lnTo>
                  <a:pt x="5659838" y="9260890"/>
                </a:lnTo>
                <a:lnTo>
                  <a:pt x="6091919" y="9692165"/>
                </a:lnTo>
                <a:lnTo>
                  <a:pt x="7292134" y="10891389"/>
                </a:lnTo>
              </a:path>
              <a:path w="13729335" h="10891520" extrusionOk="0">
                <a:moveTo>
                  <a:pt x="4367929" y="4368055"/>
                </a:moveTo>
                <a:lnTo>
                  <a:pt x="4363050" y="4386128"/>
                </a:lnTo>
                <a:lnTo>
                  <a:pt x="4381123" y="4381248"/>
                </a:lnTo>
                <a:lnTo>
                  <a:pt x="4386002" y="4363176"/>
                </a:lnTo>
                <a:lnTo>
                  <a:pt x="4367929" y="4368055"/>
                </a:lnTo>
              </a:path>
              <a:path w="13729335" h="10891520" extrusionOk="0">
                <a:moveTo>
                  <a:pt x="3333238" y="3333888"/>
                </a:moveTo>
                <a:lnTo>
                  <a:pt x="3333636" y="3333762"/>
                </a:lnTo>
                <a:lnTo>
                  <a:pt x="3333772" y="3333364"/>
                </a:lnTo>
                <a:lnTo>
                  <a:pt x="3333238" y="3333888"/>
                </a:lnTo>
              </a:path>
              <a:path w="13729335" h="10891520" extrusionOk="0">
                <a:moveTo>
                  <a:pt x="4367929" y="4368055"/>
                </a:moveTo>
                <a:lnTo>
                  <a:pt x="4363050" y="4386128"/>
                </a:lnTo>
                <a:lnTo>
                  <a:pt x="4381123" y="4381248"/>
                </a:lnTo>
                <a:lnTo>
                  <a:pt x="4386002" y="4363176"/>
                </a:lnTo>
                <a:lnTo>
                  <a:pt x="4367929" y="4368055"/>
                </a:lnTo>
              </a:path>
              <a:path w="13729335" h="10891520" extrusionOk="0">
                <a:moveTo>
                  <a:pt x="13289940" y="2493096"/>
                </a:moveTo>
                <a:lnTo>
                  <a:pt x="13284663" y="2487819"/>
                </a:lnTo>
                <a:lnTo>
                  <a:pt x="10796833" y="0"/>
                </a:lnTo>
                <a:lnTo>
                  <a:pt x="10037704" y="2831505"/>
                </a:lnTo>
                <a:lnTo>
                  <a:pt x="12530801" y="5324602"/>
                </a:lnTo>
              </a:path>
              <a:path w="13729335" h="10891520" extrusionOk="0">
                <a:moveTo>
                  <a:pt x="3684939" y="10891389"/>
                </a:moveTo>
                <a:lnTo>
                  <a:pt x="2831379" y="10037830"/>
                </a:lnTo>
                <a:lnTo>
                  <a:pt x="0" y="10796833"/>
                </a:lnTo>
                <a:lnTo>
                  <a:pt x="94556" y="10891389"/>
                </a:lnTo>
              </a:path>
              <a:path w="13729335" h="10891520" extrusionOk="0">
                <a:moveTo>
                  <a:pt x="12518268" y="5312068"/>
                </a:moveTo>
                <a:lnTo>
                  <a:pt x="10037704" y="2831505"/>
                </a:lnTo>
                <a:lnTo>
                  <a:pt x="10027684" y="2834144"/>
                </a:lnTo>
                <a:lnTo>
                  <a:pt x="5537150" y="4048033"/>
                </a:lnTo>
                <a:lnTo>
                  <a:pt x="4048044" y="5537140"/>
                </a:lnTo>
                <a:lnTo>
                  <a:pt x="2831379" y="10037830"/>
                </a:lnTo>
                <a:lnTo>
                  <a:pt x="3684942" y="10891389"/>
                </a:lnTo>
              </a:path>
              <a:path w="13729335" h="10891520" extrusionOk="0">
                <a:moveTo>
                  <a:pt x="5767715" y="10891389"/>
                </a:moveTo>
                <a:lnTo>
                  <a:pt x="6091919" y="9692165"/>
                </a:lnTo>
                <a:lnTo>
                  <a:pt x="5659838" y="9260890"/>
                </a:lnTo>
                <a:lnTo>
                  <a:pt x="4633021" y="8236189"/>
                </a:lnTo>
                <a:lnTo>
                  <a:pt x="5082117" y="6571213"/>
                </a:lnTo>
                <a:lnTo>
                  <a:pt x="5082253" y="6570553"/>
                </a:lnTo>
                <a:lnTo>
                  <a:pt x="5398359" y="5398474"/>
                </a:lnTo>
                <a:lnTo>
                  <a:pt x="6571224" y="5082107"/>
                </a:lnTo>
                <a:lnTo>
                  <a:pt x="8236052" y="4633146"/>
                </a:lnTo>
                <a:lnTo>
                  <a:pt x="9260765" y="5659974"/>
                </a:lnTo>
                <a:lnTo>
                  <a:pt x="9691914" y="6091908"/>
                </a:lnTo>
                <a:lnTo>
                  <a:pt x="12513524" y="5329219"/>
                </a:lnTo>
              </a:path>
              <a:path w="13729335" h="10891520" extrusionOk="0">
                <a:moveTo>
                  <a:pt x="12513524" y="5329219"/>
                </a:moveTo>
                <a:lnTo>
                  <a:pt x="12530801" y="5324602"/>
                </a:lnTo>
                <a:lnTo>
                  <a:pt x="13289940" y="2493096"/>
                </a:lnTo>
              </a:path>
              <a:path w="13729335" h="10891520" extrusionOk="0">
                <a:moveTo>
                  <a:pt x="10037704" y="2831505"/>
                </a:moveTo>
                <a:lnTo>
                  <a:pt x="10796833" y="0"/>
                </a:lnTo>
                <a:lnTo>
                  <a:pt x="10037704" y="2831505"/>
                </a:lnTo>
              </a:path>
              <a:path w="13729335" h="10891520" extrusionOk="0">
                <a:moveTo>
                  <a:pt x="3333238" y="3333888"/>
                </a:moveTo>
                <a:lnTo>
                  <a:pt x="3333636" y="3333762"/>
                </a:lnTo>
                <a:lnTo>
                  <a:pt x="3333772" y="3333364"/>
                </a:lnTo>
                <a:lnTo>
                  <a:pt x="3333238" y="3333888"/>
                </a:lnTo>
              </a:path>
              <a:path w="13729335" h="10891520" extrusionOk="0">
                <a:moveTo>
                  <a:pt x="2831379" y="10037830"/>
                </a:moveTo>
                <a:lnTo>
                  <a:pt x="0" y="10796833"/>
                </a:lnTo>
              </a:path>
              <a:path w="13729335" h="10891520" extrusionOk="0">
                <a:moveTo>
                  <a:pt x="10796833" y="0"/>
                </a:moveTo>
                <a:lnTo>
                  <a:pt x="10037704" y="2831505"/>
                </a:lnTo>
                <a:lnTo>
                  <a:pt x="5537150" y="4048033"/>
                </a:lnTo>
                <a:lnTo>
                  <a:pt x="4048044" y="5537140"/>
                </a:lnTo>
                <a:lnTo>
                  <a:pt x="2831379" y="10037830"/>
                </a:lnTo>
                <a:lnTo>
                  <a:pt x="0" y="10796833"/>
                </a:lnTo>
                <a:lnTo>
                  <a:pt x="1538194" y="5128943"/>
                </a:lnTo>
                <a:lnTo>
                  <a:pt x="3333238" y="3333888"/>
                </a:lnTo>
                <a:lnTo>
                  <a:pt x="3333636" y="3333762"/>
                </a:lnTo>
                <a:lnTo>
                  <a:pt x="3333772" y="3333364"/>
                </a:lnTo>
                <a:lnTo>
                  <a:pt x="5128817" y="1538319"/>
                </a:lnTo>
                <a:lnTo>
                  <a:pt x="10796833" y="0"/>
                </a:lnTo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8"/>
          <p:cNvSpPr/>
          <p:nvPr/>
        </p:nvSpPr>
        <p:spPr>
          <a:xfrm>
            <a:off x="9719755" y="899243"/>
            <a:ext cx="2837815" cy="4914900"/>
          </a:xfrm>
          <a:custGeom>
            <a:avLst/>
            <a:gdLst/>
            <a:ahLst/>
            <a:cxnLst/>
            <a:rect l="l" t="t" r="r" b="b"/>
            <a:pathLst>
              <a:path w="2837815" h="4914900" extrusionOk="0">
                <a:moveTo>
                  <a:pt x="762950" y="0"/>
                </a:moveTo>
                <a:lnTo>
                  <a:pt x="0" y="2840081"/>
                </a:lnTo>
                <a:lnTo>
                  <a:pt x="2074743" y="4914824"/>
                </a:lnTo>
                <a:lnTo>
                  <a:pt x="2837693" y="2074743"/>
                </a:lnTo>
                <a:lnTo>
                  <a:pt x="762950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8"/>
          <p:cNvSpPr/>
          <p:nvPr/>
        </p:nvSpPr>
        <p:spPr>
          <a:xfrm>
            <a:off x="9719755" y="899243"/>
            <a:ext cx="2837815" cy="4914900"/>
          </a:xfrm>
          <a:custGeom>
            <a:avLst/>
            <a:gdLst/>
            <a:ahLst/>
            <a:cxnLst/>
            <a:rect l="l" t="t" r="r" b="b"/>
            <a:pathLst>
              <a:path w="2837815" h="4914900" extrusionOk="0">
                <a:moveTo>
                  <a:pt x="762950" y="0"/>
                </a:moveTo>
                <a:lnTo>
                  <a:pt x="2837693" y="2074743"/>
                </a:lnTo>
                <a:lnTo>
                  <a:pt x="2212477" y="4402138"/>
                </a:lnTo>
                <a:lnTo>
                  <a:pt x="2074743" y="4914824"/>
                </a:lnTo>
                <a:lnTo>
                  <a:pt x="0" y="2840081"/>
                </a:lnTo>
                <a:lnTo>
                  <a:pt x="137734" y="2327395"/>
                </a:lnTo>
                <a:lnTo>
                  <a:pt x="762950" y="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8"/>
          <p:cNvSpPr/>
          <p:nvPr/>
        </p:nvSpPr>
        <p:spPr>
          <a:xfrm>
            <a:off x="6879674" y="3739321"/>
            <a:ext cx="4914900" cy="2837815"/>
          </a:xfrm>
          <a:custGeom>
            <a:avLst/>
            <a:gdLst/>
            <a:ahLst/>
            <a:cxnLst/>
            <a:rect l="l" t="t" r="r" b="b"/>
            <a:pathLst>
              <a:path w="4914900" h="2837815" extrusionOk="0">
                <a:moveTo>
                  <a:pt x="2840081" y="0"/>
                </a:moveTo>
                <a:lnTo>
                  <a:pt x="0" y="762961"/>
                </a:lnTo>
                <a:lnTo>
                  <a:pt x="2074743" y="2837704"/>
                </a:lnTo>
                <a:lnTo>
                  <a:pt x="4914824" y="2074743"/>
                </a:lnTo>
                <a:lnTo>
                  <a:pt x="28400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8"/>
          <p:cNvSpPr/>
          <p:nvPr/>
        </p:nvSpPr>
        <p:spPr>
          <a:xfrm>
            <a:off x="6879674" y="3739321"/>
            <a:ext cx="4914900" cy="2837815"/>
          </a:xfrm>
          <a:custGeom>
            <a:avLst/>
            <a:gdLst/>
            <a:ahLst/>
            <a:cxnLst/>
            <a:rect l="l" t="t" r="r" b="b"/>
            <a:pathLst>
              <a:path w="4914900" h="2837815" extrusionOk="0">
                <a:moveTo>
                  <a:pt x="2840081" y="0"/>
                </a:moveTo>
                <a:lnTo>
                  <a:pt x="4914824" y="2074743"/>
                </a:lnTo>
                <a:lnTo>
                  <a:pt x="4402138" y="2212477"/>
                </a:lnTo>
                <a:lnTo>
                  <a:pt x="2074743" y="2837704"/>
                </a:lnTo>
                <a:lnTo>
                  <a:pt x="0" y="762961"/>
                </a:lnTo>
                <a:lnTo>
                  <a:pt x="2327395" y="137734"/>
                </a:lnTo>
                <a:lnTo>
                  <a:pt x="2840081" y="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8"/>
          <p:cNvSpPr/>
          <p:nvPr/>
        </p:nvSpPr>
        <p:spPr>
          <a:xfrm>
            <a:off x="6879667" y="899241"/>
            <a:ext cx="3603625" cy="3603625"/>
          </a:xfrm>
          <a:custGeom>
            <a:avLst/>
            <a:gdLst/>
            <a:ahLst/>
            <a:cxnLst/>
            <a:rect l="l" t="t" r="r" b="b"/>
            <a:pathLst>
              <a:path w="3603625" h="3603625" extrusionOk="0">
                <a:moveTo>
                  <a:pt x="3603042" y="0"/>
                </a:moveTo>
                <a:lnTo>
                  <a:pt x="1938202" y="448960"/>
                </a:lnTo>
                <a:lnTo>
                  <a:pt x="765337" y="765327"/>
                </a:lnTo>
                <a:lnTo>
                  <a:pt x="0" y="3603042"/>
                </a:lnTo>
                <a:lnTo>
                  <a:pt x="2840091" y="2840081"/>
                </a:lnTo>
                <a:lnTo>
                  <a:pt x="3603042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6879667" y="899241"/>
            <a:ext cx="3603625" cy="3603625"/>
          </a:xfrm>
          <a:custGeom>
            <a:avLst/>
            <a:gdLst/>
            <a:ahLst/>
            <a:cxnLst/>
            <a:rect l="l" t="t" r="r" b="b"/>
            <a:pathLst>
              <a:path w="3603625" h="3603625" extrusionOk="0">
                <a:moveTo>
                  <a:pt x="1938202" y="448960"/>
                </a:moveTo>
                <a:lnTo>
                  <a:pt x="765337" y="765327"/>
                </a:lnTo>
                <a:lnTo>
                  <a:pt x="449232" y="1937406"/>
                </a:lnTo>
                <a:lnTo>
                  <a:pt x="449096" y="1938066"/>
                </a:lnTo>
                <a:lnTo>
                  <a:pt x="0" y="3603042"/>
                </a:lnTo>
                <a:lnTo>
                  <a:pt x="2327405" y="2977815"/>
                </a:lnTo>
                <a:lnTo>
                  <a:pt x="2840091" y="2840081"/>
                </a:lnTo>
                <a:lnTo>
                  <a:pt x="2977815" y="2327395"/>
                </a:lnTo>
                <a:lnTo>
                  <a:pt x="3603042" y="0"/>
                </a:lnTo>
                <a:lnTo>
                  <a:pt x="1938202" y="44896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"/>
          <p:cNvSpPr/>
          <p:nvPr/>
        </p:nvSpPr>
        <p:spPr>
          <a:xfrm>
            <a:off x="424065" y="424071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393979" y="236397"/>
                </a:moveTo>
                <a:lnTo>
                  <a:pt x="236385" y="236397"/>
                </a:lnTo>
                <a:lnTo>
                  <a:pt x="236385" y="393979"/>
                </a:lnTo>
                <a:lnTo>
                  <a:pt x="393979" y="393979"/>
                </a:lnTo>
                <a:lnTo>
                  <a:pt x="393979" y="236397"/>
                </a:lnTo>
                <a:close/>
              </a:path>
              <a:path w="473075" h="473075" extrusionOk="0">
                <a:moveTo>
                  <a:pt x="472782" y="0"/>
                </a:moveTo>
                <a:lnTo>
                  <a:pt x="157594" y="0"/>
                </a:lnTo>
                <a:lnTo>
                  <a:pt x="0" y="157607"/>
                </a:lnTo>
                <a:lnTo>
                  <a:pt x="0" y="472782"/>
                </a:lnTo>
                <a:lnTo>
                  <a:pt x="157594" y="472782"/>
                </a:lnTo>
                <a:lnTo>
                  <a:pt x="157594" y="222859"/>
                </a:lnTo>
                <a:lnTo>
                  <a:pt x="222846" y="157607"/>
                </a:lnTo>
                <a:lnTo>
                  <a:pt x="472782" y="157607"/>
                </a:lnTo>
                <a:lnTo>
                  <a:pt x="472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5644" y="581938"/>
            <a:ext cx="168528" cy="23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245" y="581618"/>
            <a:ext cx="189701" cy="2424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8"/>
          <p:cNvSpPr/>
          <p:nvPr/>
        </p:nvSpPr>
        <p:spPr>
          <a:xfrm>
            <a:off x="1393685" y="581627"/>
            <a:ext cx="191770" cy="236220"/>
          </a:xfrm>
          <a:custGeom>
            <a:avLst/>
            <a:gdLst/>
            <a:ahLst/>
            <a:cxnLst/>
            <a:rect l="l" t="t" r="r" b="b"/>
            <a:pathLst>
              <a:path w="191769" h="236219" extrusionOk="0">
                <a:moveTo>
                  <a:pt x="191477" y="0"/>
                </a:moveTo>
                <a:lnTo>
                  <a:pt x="0" y="0"/>
                </a:lnTo>
                <a:lnTo>
                  <a:pt x="0" y="41910"/>
                </a:lnTo>
                <a:lnTo>
                  <a:pt x="71043" y="41910"/>
                </a:lnTo>
                <a:lnTo>
                  <a:pt x="71043" y="236220"/>
                </a:lnTo>
                <a:lnTo>
                  <a:pt x="120751" y="236220"/>
                </a:lnTo>
                <a:lnTo>
                  <a:pt x="120751" y="41910"/>
                </a:lnTo>
                <a:lnTo>
                  <a:pt x="191477" y="41910"/>
                </a:lnTo>
                <a:lnTo>
                  <a:pt x="1914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030" y="581618"/>
            <a:ext cx="189701" cy="2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2318" y="581619"/>
            <a:ext cx="188748" cy="23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1586" y="581615"/>
            <a:ext cx="223888" cy="236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>
            <a:off x="2321541" y="581615"/>
            <a:ext cx="49530" cy="236854"/>
          </a:xfrm>
          <a:custGeom>
            <a:avLst/>
            <a:gdLst/>
            <a:ahLst/>
            <a:cxnLst/>
            <a:rect l="l" t="t" r="r" b="b"/>
            <a:pathLst>
              <a:path w="49530" h="236855" extrusionOk="0">
                <a:moveTo>
                  <a:pt x="49066" y="0"/>
                </a:moveTo>
                <a:lnTo>
                  <a:pt x="0" y="0"/>
                </a:lnTo>
                <a:lnTo>
                  <a:pt x="0" y="236369"/>
                </a:lnTo>
                <a:lnTo>
                  <a:pt x="49066" y="236369"/>
                </a:lnTo>
                <a:lnTo>
                  <a:pt x="490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2322037" y="3396430"/>
            <a:ext cx="15455265" cy="591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390446" y="6592900"/>
            <a:ext cx="12344400" cy="208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pt-BR" sz="54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Análise de Ferro</a:t>
            </a:r>
          </a:p>
          <a:p>
            <a:pPr algn="l"/>
            <a:r>
              <a:rPr lang="pt-BR" sz="44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Cristalizadores #1 #2 #3</a:t>
            </a:r>
          </a:p>
          <a:p>
            <a:pPr algn="l">
              <a:spcBef>
                <a:spcPts val="1000"/>
              </a:spcBef>
            </a:pPr>
            <a:r>
              <a:rPr lang="pt-BR" sz="2000" b="0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Diagnóstico — Agosto de 2026</a:t>
            </a:r>
          </a:p>
        </p:txBody>
      </p:sp>
      <p:pic>
        <p:nvPicPr>
          <p:cNvPr id="97" name="Picture 96" descr="Logo_Bayer_Br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6" y="10561320"/>
            <a:ext cx="148792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pergunta que motivou o estudo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DIAGNÓSTICO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48640" y="2560320"/>
            <a:ext cx="10607040" cy="36428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Os cristalizadores de PIA são vitrificados: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 camada de vidro protege o aço carbono do ataque do licor.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Quando o revestimento falha,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 licor ataca o aço exposto — e o ferro dissolvido aparece na análise de laboratório (cerca de 6 análises por dia em cada reator).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salvaguarda atual usa um limite fixo: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ferro acima de 5 </a:t>
            </a:r>
            <a:r>
              <a:rPr lang="pt-BR" sz="2100" b="0" i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ppm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pode </a:t>
            </a:r>
            <a:r>
              <a:rPr lang="pt-BR" sz="210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parar o reator para inspeç</a:t>
            </a:r>
            <a:r>
              <a:rPr lang="pt-BR" sz="220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ão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estudo interno (HAZOP) concluiu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que “o resultado de ferro não garante prever a falha nos reatores”: em 256 ultrapassagens de 5 </a:t>
            </a:r>
            <a:r>
              <a:rPr lang="pt-BR" sz="2100" b="0" i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ppm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(2017–2025), apenas 9 tiveram falha associada.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1887200" y="3291840"/>
            <a:ext cx="7498079" cy="4206240"/>
          </a:xfrm>
          <a:prstGeom prst="roundRect">
            <a:avLst>
              <a:gd name="adj" fmla="val 6000"/>
            </a:avLst>
          </a:prstGeom>
          <a:solidFill>
            <a:srgbClr val="091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/>
          <a:lstStyle/>
          <a:p>
            <a:pPr algn="l">
              <a:lnSpc>
                <a:spcPct val="120000"/>
              </a:lnSpc>
            </a:pPr>
            <a:r>
              <a:rPr lang="pt-BR" sz="28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 resultado de ferro consegue antecipar a falha do reator — com menos alarmes falsos do que a regra de 5 ppm?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base do estudo: 15 anos de análises e o histórico de inspeção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DADOS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4" name="Rounded Rectangle 163"/>
          <p:cNvSpPr/>
          <p:nvPr/>
        </p:nvSpPr>
        <p:spPr>
          <a:xfrm>
            <a:off x="548640" y="2468880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/>
          <a:lstStyle/>
          <a:p>
            <a:pPr algn="ctr">
              <a:spcAft>
                <a:spcPts val="400"/>
              </a:spcAft>
            </a:pPr>
            <a:r>
              <a:rPr lang="pt-BR" sz="40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102.790</a:t>
            </a:r>
          </a:p>
          <a:p>
            <a:pPr algn="ctr"/>
            <a:r>
              <a:rPr lang="pt-BR" sz="17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análises de ferro (3 pontos de amostragem)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127748" y="2468880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/>
          <a:lstStyle/>
          <a:p>
            <a:pPr algn="ctr">
              <a:spcAft>
                <a:spcPts val="400"/>
              </a:spcAft>
            </a:pPr>
            <a:r>
              <a:rPr lang="pt-BR" sz="40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2011–2026</a:t>
            </a:r>
          </a:p>
          <a:p>
            <a:pPr algn="ctr"/>
            <a:r>
              <a:rPr lang="pt-BR" sz="17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15 anos de série histórica por reator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3706856" y="2468880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/>
          <a:lstStyle/>
          <a:p>
            <a:pPr algn="ctr">
              <a:spcAft>
                <a:spcPts val="400"/>
              </a:spcAft>
            </a:pPr>
            <a:r>
              <a:rPr lang="pt-BR" sz="4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36</a:t>
            </a:r>
          </a:p>
          <a:p>
            <a:pPr algn="ctr"/>
            <a:r>
              <a:rPr lang="pt-BR" sz="17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paradas por falha analisadas (C1: 11 · C2: 16 · C3: 9)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8640" y="5486400"/>
            <a:ext cx="18836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pt-BR" sz="22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principal trabalho foi alinhar as duas fontes: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lang="pt-BR" sz="20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Quando o reator para, a amostragem para junto. 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 data do apontamento de inspeção cai numa lacuna de amostragem da série; cada evento foi ancorado na última análise antes da parada (coluna “DATA ANCORADA NA SÉRIE DE FERRO” da planilha, revisada em conjunto).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lang="pt-BR" sz="20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Leituras altas isoladas não foram descartadas. 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Uma ultrapassagem que não terminou em falha é exatamente o alarme falso que a regra precisa aprender a rejeitar.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lang="pt-BR" sz="20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Paradas de planta foram separadas de falhas de equipamento. 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Quando os três reatores param juntos, é parada de planta ou de laboratório — não conta como falha.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As três séries de ferro e as 36 paradas por falha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DADOS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pic>
        <p:nvPicPr>
          <p:cNvPr id="164" name="Picture 163" descr="fig_series_3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148840"/>
            <a:ext cx="13146258" cy="813816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4081760" y="2651760"/>
            <a:ext cx="5577840" cy="749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85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85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Os três reatores operam na mesma faixa </a:t>
            </a:r>
            <a:r>
              <a:rPr lang="pt-BR" sz="185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(2 a 4 ppm) durante quase todo o período; as excursões são raras e curtas.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85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85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As paradas por falha (tracejado vermelho) nem sempre têm excursão de ferro antes. </a:t>
            </a:r>
            <a:r>
              <a:rPr lang="pt-BR" sz="185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Separar as que têm das que não têm é o desafio do estudo.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85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85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As duas maiores excursões da história </a:t>
            </a:r>
            <a:r>
              <a:rPr lang="pt-BR" sz="185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(264 e 999 ppm, ambas no Cristalizador 3) terminaram em parada disparada pela própria análise.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regra dos 5 ppm dispara muito e avisa pouco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REGRA ATUAL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48640" y="2651760"/>
            <a:ext cx="786384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Em 15 anos: 171 alarmes falsos </a:t>
            </a:r>
            <a:r>
              <a:rPr lang="pt-BR" sz="21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 apenas 8 das 36 falhas antecipadas.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alarme não separa risco de rotina. </a:t>
            </a:r>
            <a:r>
              <a:rPr lang="pt-BR" sz="21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Ultrapassar 5 ppm nos 15 dias antes de uma falha é hoje tão frequente quanto em operação normal.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motivo está no gráfico: </a:t>
            </a:r>
            <a:r>
              <a:rPr lang="pt-BR" sz="21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 nível de rotina do ferro caiu cerca de 30% desde 2011 (2,5–2,8 ppm → 1,8–2,0 ppm), e o limite ficou parado em 5 ppm. Um limite fixo envelhece junto com o processo.</a:t>
            </a:r>
          </a:p>
        </p:txBody>
      </p:sp>
      <p:pic>
        <p:nvPicPr>
          <p:cNvPr id="165" name="Picture 164" descr="fig_dr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651760"/>
            <a:ext cx="10698480" cy="5837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Comparativo de alarmes falsos por nível de ferro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REGRA ATUAL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3624560" y="2468880"/>
            <a:ext cx="5943600" cy="4568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70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Cada disparo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pode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ser um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útil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falha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15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seguintes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—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azul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)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ou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um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falso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nenhuma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falha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à vista —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cinza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No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limite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atual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de 5 ppm, o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disparo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é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igual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com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ou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sem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falha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próxima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(22% × 23%). É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por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isso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ele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acumula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171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falsos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para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apenas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8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úteis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15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Subindo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o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nível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, o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alarme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falso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fica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raro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acima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10 ppm 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disparo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é 3,5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vezes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mais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frequente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antes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falha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falha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;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acima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20 ppm, 5,4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vezes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— 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disparo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passa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indicar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risco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verdade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É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daí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que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parte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a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proposta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20 ppm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como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gatilho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imediato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mediana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3,0 ppm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confirmada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pela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comparação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entre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reatores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</a:t>
            </a:r>
          </a:p>
        </p:txBody>
      </p:sp>
      <p:pic>
        <p:nvPicPr>
          <p:cNvPr id="166" name="Picture 165" descr="fig_separacao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468880"/>
            <a:ext cx="12435840" cy="59034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sinal é real: duas vezes a análise de ferro parou o reator a tempo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O SINAL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pic>
        <p:nvPicPr>
          <p:cNvPr id="164" name="Picture 163" descr="fig_serie_c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2286000"/>
            <a:ext cx="17373600" cy="740677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371600" y="10012810"/>
            <a:ext cx="1737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24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 problema não é a medição — é o que a regra faz com 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Na rotina, os três reatores são praticamente idênticos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O SINAL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pic>
        <p:nvPicPr>
          <p:cNvPr id="164" name="Picture 163" descr="fig_distribuica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560320"/>
            <a:ext cx="10789920" cy="5712656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1978640" y="2743200"/>
            <a:ext cx="7589520" cy="749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Mediana de 2,2–2,3 ppm e p99 de 4,3 ppm nos três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— na operação normal, os reatores são estatisticamente gêmeos.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Se em condição normal eles andam juntos,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um reator que se afasta dos vizinhos é informação local — é a base da comparação apresentada no próximo slide.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É também o que permite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tratar os três reatores com uma regra única.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ideia central: comparar cada reator com os vizinhos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O SINAL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48640" y="2560320"/>
            <a:ext cx="777240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Os três reatores compartilham matéria-prima, processo e laboratório.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Quando o ferro sobe nos três ao mesmo tempo, a causa é comum — não é o reator.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Quando UM reator se descola dos vizinhos, a causa é local.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É esse descolamento que interessa.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lang="pt-BR" sz="21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Margem = mediana diária do reator − mediana dos três. </a:t>
            </a:r>
            <a:r>
              <a:rPr lang="pt-BR" sz="21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É o indicador mais forte que encontramos: nos 15 dias antes de uma falha, margem alta aparece 4 a 6 vezes mais que na rotina — e ela não envelhece, porque acompanha o nível da planta.</a:t>
            </a:r>
          </a:p>
        </p:txBody>
      </p:sp>
      <p:pic>
        <p:nvPicPr>
          <p:cNvPr id="165" name="Picture 164" descr="fig_marg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2651760"/>
            <a:ext cx="10789920" cy="535574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8F71D13-3C5F-90A2-ADDA-06119CBFD05A}"/>
              </a:ext>
            </a:extLst>
          </p:cNvPr>
          <p:cNvSpPr/>
          <p:nvPr/>
        </p:nvSpPr>
        <p:spPr>
          <a:xfrm>
            <a:off x="11417302" y="8639810"/>
            <a:ext cx="3215640" cy="178435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Suposto alarme falso pela regra da janela dos 15 dias. </a:t>
            </a:r>
            <a:r>
              <a:rPr sz="140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Disparado com a nova regra proposta.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8BD04E4-C6BA-9E19-3F5A-2DF57440A85D}"/>
              </a:ext>
            </a:extLst>
          </p:cNvPr>
          <p:cNvCxnSpPr/>
          <p:nvPr/>
        </p:nvCxnSpPr>
        <p:spPr>
          <a:xfrm>
            <a:off x="12633960" y="7101840"/>
            <a:ext cx="0" cy="1341120"/>
          </a:xfrm>
          <a:prstGeom prst="straightConnector1">
            <a:avLst/>
          </a:prstGeom>
          <a:ln w="19050">
            <a:solidFill>
              <a:srgbClr val="8987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AB02FDC-33C9-9162-C4F3-63F3BCA3458B}"/>
              </a:ext>
            </a:extLst>
          </p:cNvPr>
          <p:cNvCxnSpPr/>
          <p:nvPr/>
        </p:nvCxnSpPr>
        <p:spPr>
          <a:xfrm>
            <a:off x="13380720" y="7298690"/>
            <a:ext cx="0" cy="1341120"/>
          </a:xfrm>
          <a:prstGeom prst="straightConnector1">
            <a:avLst/>
          </a:prstGeom>
          <a:ln w="19050">
            <a:solidFill>
              <a:srgbClr val="8987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D88DE991-1D0A-1128-F744-AAF255E25786}"/>
              </a:ext>
            </a:extLst>
          </p:cNvPr>
          <p:cNvSpPr/>
          <p:nvPr/>
        </p:nvSpPr>
        <p:spPr>
          <a:xfrm>
            <a:off x="15849600" y="8639810"/>
            <a:ext cx="3215640" cy="178435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Apontamento de falha no reator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6732DEE-764C-70D7-2781-AD69460BD230}"/>
              </a:ext>
            </a:extLst>
          </p:cNvPr>
          <p:cNvCxnSpPr>
            <a:cxnSpLocks/>
          </p:cNvCxnSpPr>
          <p:nvPr/>
        </p:nvCxnSpPr>
        <p:spPr>
          <a:xfrm>
            <a:off x="17632680" y="7649210"/>
            <a:ext cx="0" cy="793750"/>
          </a:xfrm>
          <a:prstGeom prst="straightConnector1">
            <a:avLst/>
          </a:prstGeom>
          <a:ln w="19050">
            <a:solidFill>
              <a:srgbClr val="8987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regra proposta: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REGRA PROPOSTA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4" name="Rounded Rectangle 163"/>
          <p:cNvSpPr/>
          <p:nvPr/>
        </p:nvSpPr>
        <p:spPr>
          <a:xfrm>
            <a:off x="1645920" y="2377440"/>
            <a:ext cx="16824960" cy="1920240"/>
          </a:xfrm>
          <a:prstGeom prst="roundRect">
            <a:avLst>
              <a:gd name="adj" fmla="val 6000"/>
            </a:avLst>
          </a:prstGeom>
          <a:solidFill>
            <a:srgbClr val="091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/>
          <a:lstStyle/>
          <a:p>
            <a:pPr algn="ctr">
              <a:spcAft>
                <a:spcPts val="600"/>
              </a:spcAft>
            </a:pPr>
            <a:r>
              <a:rPr lang="pt-BR" sz="1900" b="0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ALARME no dia em que:</a:t>
            </a:r>
          </a:p>
          <a:p>
            <a:pPr algn="ctr"/>
            <a:r>
              <a:rPr lang="pt-BR" sz="31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máximo &gt; 20 </a:t>
            </a:r>
            <a:r>
              <a:rPr lang="pt-BR" sz="3100" b="1" i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ppm</a:t>
            </a:r>
            <a:r>
              <a:rPr lang="pt-BR" sz="31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   OU    ( mediana &gt; 3,0 </a:t>
            </a:r>
            <a:r>
              <a:rPr lang="pt-BR" sz="3100" b="1" i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ppm</a:t>
            </a:r>
            <a:r>
              <a:rPr lang="pt-BR" sz="31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  E   margem &gt; 0,6 </a:t>
            </a:r>
            <a:r>
              <a:rPr lang="pt-BR" sz="3100" b="1" i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ppm</a:t>
            </a:r>
            <a:r>
              <a:rPr lang="pt-BR" sz="3100" b="1" i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)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22960" y="4846320"/>
            <a:ext cx="5943600" cy="301752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t"/>
          <a:lstStyle/>
          <a:p>
            <a:pPr algn="l">
              <a:spcAft>
                <a:spcPts val="800"/>
              </a:spcAft>
            </a:pPr>
            <a:r>
              <a:rPr lang="pt-BR" sz="21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Máximo diário &gt; 20 ppm</a:t>
            </a:r>
          </a:p>
          <a:p>
            <a:pPr algn="l">
              <a:lnSpc>
                <a:spcPct val="115000"/>
              </a:lnSpc>
            </a:pPr>
            <a:r>
              <a:rPr lang="pt-BR" sz="175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Pega a subida abrupta — o furo que já abriu. É o gatilho de parada imediata: as duas paradas de emergência disparadas pela análise (264 e 999 ppm) entram aqui.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132320" y="4846320"/>
            <a:ext cx="5943600" cy="301752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t"/>
          <a:lstStyle/>
          <a:p>
            <a:pPr algn="l">
              <a:spcAft>
                <a:spcPts val="800"/>
              </a:spcAft>
            </a:pP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Mediana diária &gt; 3,0 </a:t>
            </a:r>
            <a:r>
              <a:rPr lang="pt-BR" sz="2100" b="1" i="0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ppm</a:t>
            </a:r>
            <a:endParaRPr lang="pt-BR" sz="2100" b="1" i="0" dirty="0">
              <a:solidFill>
                <a:srgbClr val="091E3E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5000"/>
              </a:lnSpc>
            </a:pPr>
            <a:r>
              <a:rPr lang="pt-BR" sz="175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Nível sustentado do dia inteiro. Uma análise isolada errada não move a mediana — robustez contra erro de laboratório.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3441680" y="4846320"/>
            <a:ext cx="5943600" cy="301752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t"/>
          <a:lstStyle/>
          <a:p>
            <a:pPr algn="l">
              <a:spcAft>
                <a:spcPts val="800"/>
              </a:spcAft>
            </a:pPr>
            <a:r>
              <a:rPr lang="pt-BR" sz="21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Margem &gt; 0,6 </a:t>
            </a:r>
            <a:r>
              <a:rPr lang="pt-BR" sz="2100" b="1" i="0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ppm</a:t>
            </a:r>
            <a:endParaRPr lang="pt-BR" sz="2100" b="1" i="0" dirty="0">
              <a:solidFill>
                <a:srgbClr val="091E3E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5000"/>
              </a:lnSpc>
            </a:pPr>
            <a:r>
              <a:rPr lang="pt-BR" sz="175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 reator está acima dos vizinhos: o problema é local, não é a planta inteira. É o que corta os alarmes falsos de causa comum.</a:t>
            </a:r>
          </a:p>
          <a:p>
            <a:pPr>
              <a:lnSpc>
                <a:spcPct val="115000"/>
              </a:lnSpc>
            </a:pPr>
            <a:endParaRPr lang="pt-BR" sz="1800" b="1" dirty="0">
              <a:solidFill>
                <a:srgbClr val="091E3E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ct val="115000"/>
              </a:lnSpc>
            </a:pPr>
            <a:r>
              <a:rPr lang="pt-BR" sz="18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Margem = mediana diária do reator − mediana dos três</a:t>
            </a:r>
            <a:endParaRPr lang="pt-BR" sz="1750" b="0" i="0" dirty="0">
              <a:solidFill>
                <a:srgbClr val="52514E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22960" y="8321040"/>
            <a:ext cx="18470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pt-BR" sz="18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8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Implementável em planilha e auditável pela operação: </a:t>
            </a:r>
            <a:r>
              <a:rPr lang="pt-BR" sz="18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três estatísticas do dia, sem modelo estatístico embarcado.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pt-BR" sz="18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8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Convenção de avaliação: </a:t>
            </a:r>
            <a:r>
              <a:rPr lang="pt-BR" sz="18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 conta como acerto se a falha ocorre em até 15 dias; disparos repetidos dentro de 15 dias contam como um único alarme.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Mais falhas antecipadas, com 60% menos alarmes falsos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RESULTADO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371600" y="8229600"/>
            <a:ext cx="1737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Carga de alarme que a operação sente:  </a:t>
            </a:r>
            <a:r>
              <a:rPr lang="pt-BR" sz="24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1,5 alarme falso por reator por ano</a:t>
            </a:r>
            <a:r>
              <a:rPr lang="pt-BR" sz="24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 contra  </a:t>
            </a:r>
            <a:r>
              <a:rPr lang="pt-BR" sz="24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3,8 da regra atual</a:t>
            </a:r>
            <a:r>
              <a:rPr sz="2400" b="1">
                <a:solidFill>
                  <a:srgbClr val="006300"/>
                </a:solidFill>
                <a:latin typeface="DM Sans"/>
                <a:ea typeface="DM Sans"/>
                <a:cs typeface="DM Sans"/>
              </a:rPr>
              <a:t>  —  50% mais falhas antecipadas</a:t>
            </a:r>
          </a:p>
          <a:p>
            <a:pPr algn="ctr"/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Leitura honesta: 2 em cada 3 falhas continuam sem antecipação — os próximos slides mostram onde e por quê.</a:t>
            </a:r>
          </a:p>
        </p:txBody>
      </p:sp>
      <p:pic>
        <p:nvPicPr>
          <p:cNvPr id="166" name="Picture 165" descr="fig_comparacao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2377440"/>
            <a:ext cx="13898880" cy="51638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 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acerta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onde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o ferro podia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aparecer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RESULTADO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2618720" y="2468880"/>
            <a:ext cx="6949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5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Reanalisamos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o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registro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inspeção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das 36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classificamos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uma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uma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, se 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dano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tinha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como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liberar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ferro no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licor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Três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registros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sem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descrição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dano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foram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classificados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pelos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serviços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executados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(plugs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instalados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região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da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quebra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vidro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) — a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validar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com a planta.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5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Onde o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vidro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rompeu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em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operação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com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aço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exposto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, a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antecipou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12 de 18 (67%) 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—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incluindo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as duas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paradas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disparadas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pela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própria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análise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(264 e 999 ppm).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5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Das 24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não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antecipadas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, 18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não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tinham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como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aparecer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no ferro: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danos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milimétricos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vistos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em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inspeção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programada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(10) e juntas,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selos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parafusos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, plugs no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tampo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superior —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fase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vapor — e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trocas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programadas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(8).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Sobram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6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perdas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verdadeiras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todas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com ferro </a:t>
            </a:r>
            <a:r>
              <a:rPr sz="165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esperado</a:t>
            </a:r>
            <a:r>
              <a:rPr sz="165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—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este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é o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espaço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real de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melhoria</a:t>
            </a:r>
            <a:r>
              <a:rPr sz="165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da </a:t>
            </a:r>
            <a:r>
              <a:rPr sz="165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regra</a:t>
            </a:r>
            <a:r>
              <a:rPr lang="pt-BR" sz="165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que pode ser aprimorada com a inclusão de mais vari</a:t>
            </a:r>
            <a:r>
              <a:rPr lang="pt-BR" sz="160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áveis na análise.</a:t>
            </a:r>
            <a:endParaRPr sz="1650" b="0" dirty="0">
              <a:solidFill>
                <a:srgbClr val="52514E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66" name="Rounded Rectangle 165"/>
          <p:cNvSpPr/>
          <p:nvPr/>
        </p:nvSpPr>
        <p:spPr>
          <a:xfrm>
            <a:off x="548640" y="8229600"/>
            <a:ext cx="19010376" cy="25146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t"/>
          <a:lstStyle/>
          <a:p>
            <a:pPr algn="l">
              <a:spcAft>
                <a:spcPts val="800"/>
              </a:spcAft>
            </a:pPr>
            <a:r>
              <a:rPr sz="20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Hipóteses</a:t>
            </a:r>
            <a:r>
              <a:rPr sz="20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20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alinhadas</a:t>
            </a:r>
            <a:r>
              <a:rPr sz="20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a esse </a:t>
            </a:r>
            <a:r>
              <a:rPr sz="20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quadro</a:t>
            </a:r>
            <a:endParaRPr sz="2000" b="1" dirty="0">
              <a:solidFill>
                <a:srgbClr val="091E3E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Mais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sensores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—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temperatura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vazão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e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pressão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as 18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paradas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invisíveis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ferro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não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mexem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análise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, mas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mexem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no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processo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Cruzar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sinais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cobre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esses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modos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— 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silencia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excursão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ferro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sem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mudança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processo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(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provável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erro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análise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),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reduzindo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falsos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1700" b="1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Contraprova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imediata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da </a:t>
            </a:r>
            <a:r>
              <a:rPr sz="17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análise</a:t>
            </a:r>
            <a:r>
              <a:rPr sz="17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falsos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alarmes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maior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amplitude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vieram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leituras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altas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isoladas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que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nunca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se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repetiram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—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repetir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análise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no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mesmo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dia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corta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boa </a:t>
            </a:r>
            <a:r>
              <a:rPr sz="1700" b="0" dirty="0" err="1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parte</a:t>
            </a:r>
            <a:r>
              <a:rPr sz="1700" b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deles.</a:t>
            </a:r>
          </a:p>
        </p:txBody>
      </p:sp>
      <p:pic>
        <p:nvPicPr>
          <p:cNvPr id="167" name="Picture 166" descr="fig_incidenc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240280"/>
            <a:ext cx="11521440" cy="44504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RESULTADO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graphicFrame>
        <p:nvGraphicFramePr>
          <p:cNvPr id="164" name="Table 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347890"/>
              </p:ext>
            </p:extLst>
          </p:nvPr>
        </p:nvGraphicFramePr>
        <p:xfrm>
          <a:off x="822960" y="2194560"/>
          <a:ext cx="18470880" cy="859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Reator</a:t>
                      </a:r>
                    </a:p>
                  </a:txBody>
                  <a:tcPr marL="73152" marR="73152" marT="13716" marB="137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Data</a:t>
                      </a:r>
                    </a:p>
                  </a:txBody>
                  <a:tcPr marL="73152" marR="73152" marT="13716" marB="137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O que o registro de inspeção mostra</a:t>
                      </a:r>
                    </a:p>
                  </a:txBody>
                  <a:tcPr marL="73152" marR="73152" marT="13716" marB="137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Alarme</a:t>
                      </a:r>
                    </a:p>
                  </a:txBody>
                  <a:tcPr marL="73152" marR="73152" marT="13716" marB="13716" anchor="ctr">
                    <a:solidFill>
                      <a:srgbClr val="091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gridSpan="4"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6300"/>
                          </a:solidFill>
                          <a:latin typeface="DM Sans"/>
                          <a:ea typeface="DM Sans"/>
                          <a:cs typeface="DM Sans"/>
                        </a:rPr>
                        <a:t>FERRO ESPERADO — vidro rompeu em operação, aço exposto ao licor · 12 de 18 antecipadas</a:t>
                      </a:r>
                    </a:p>
                  </a:txBody>
                  <a:tcPr marL="73152" marR="73152" marT="13716" marB="13716" anchor="ctr">
                    <a:solidFill>
                      <a:srgbClr val="EFF3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11/06/2012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 do revestimento vitrificado na extremidade da BV, com vazamento pela tampa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26/06/2013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Furo no tampo inferior, em um dos reparos de tântalo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22/02/2017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Vidro quebrado e furo no bocal D/12" (radar), com vazamento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23/03/2017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Parada pelo aumento do teor de ferro; perda de vedação da luva de reparo do bocal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17/07/2017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Vazamento pelo tampo inferior detectado em ronda; reator substituído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07/08/2011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Furo no costado e no tampo superior; produto vazou para a jaqueta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11/08/2012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Reator trocado com 308 dias; vidro solto e junta descolada (serviços executados)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17/01/2013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 do vidro e ataque corrosivo na face de vedação do bocal D (radar)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25/03/2014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Plug de tântalo de 3" no costado, na região da quebra do vidro (serviços executados)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30/10/2014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Dois plugs de 3/4" — costado e tampo inferior — na região da quebra do vidro (serviços)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15/03/2018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 do vidro e furo no aço na extremidade de uma hélice do agitador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29/11/2018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 do revestimento e furo do bocal E/6" (aço carbono); reator substituído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16/12/2018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Eixo com vidro quebrado e furado, 8 dias após entrar em operação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01/04/2012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Eixo agitador com revestimento vitrificado quebrado e furado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23/11/2013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Parada pela análise de ferro (&gt;200 ppm); plug soltou e furou o vaso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09/02/2015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Quebra/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furo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uma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hélice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do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eixo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agitador</a:t>
                      </a:r>
                      <a:endParaRPr sz="1050" b="0" dirty="0">
                        <a:solidFill>
                          <a:srgbClr val="52514E"/>
                        </a:solidFill>
                        <a:latin typeface="DM Sans"/>
                        <a:ea typeface="DM Sans"/>
                        <a:cs typeface="DM Sans"/>
                      </a:endParaRP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28/10/2017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Furo do eixo agitador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02/08/2018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Parada por ferro alto; plug faltando no costado e perda de material de 4"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78D6"/>
                          </a:solidFill>
                          <a:latin typeface="DM Sans"/>
                          <a:ea typeface="DM Sans"/>
                          <a:cs typeface="DM Sans"/>
                        </a:rPr>
                        <a:t>Sim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 gridSpan="4"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FERRO POUCO PROVÁVEL — </a:t>
                      </a:r>
                      <a:r>
                        <a:rPr sz="1150" b="1" dirty="0" err="1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dano</a:t>
                      </a:r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milimétrico</a:t>
                      </a:r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 visto </a:t>
                      </a:r>
                      <a:r>
                        <a:rPr sz="1150" b="1" dirty="0" err="1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em</a:t>
                      </a:r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inspeção</a:t>
                      </a:r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programada</a:t>
                      </a:r>
                      <a:r>
                        <a:rPr sz="1150" b="1" dirty="0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</a:rPr>
                        <a:t> · 0 de 10</a:t>
                      </a:r>
                    </a:p>
                  </a:txBody>
                  <a:tcPr marL="73152" marR="73152" marT="13716" marB="13716" anchor="ctr">
                    <a:solidFill>
                      <a:srgbClr val="EFF3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25/03/2013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Fissuras e poros na calota/costado vistos em inspeção; 9 plugs preventivos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04/05/2015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Poro passante de 0,5 mm no pescoço do bocal D/12", visto na abertura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05/06/2016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Poros em uma pá do eixo e desgaste superficial do baffle, em inspeção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29/07/2019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Cinco pontos de desgaste acentuado no tampo inferior, em inspeção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20/01/2024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Dano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no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revestimento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do </a:t>
                      </a:r>
                      <a:r>
                        <a:rPr sz="1050" b="0" dirty="0" err="1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bocal</a:t>
                      </a:r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 N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01/02/2013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Endoscopia programada: dano no vidro confinado sob a luva de reparo do bocal D — sem exposição franca do aço ao licor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15/02/2013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Endoscopia de acompanhamento: dano segue confinado sob o reparo, com evolução lenta; recomendada troca por reparo maior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25/03/2013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Dano sob a luva de reparo do bocal D, visto ao removê-la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13/02/2016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Quatro pontos de desgaste de 1–3 mm, vistos em inspeção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13/01/2023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Dano na hélice; hélice apresentou vazamento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4884">
                <a:tc gridSpan="4"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D03B3B"/>
                          </a:solidFill>
                          <a:latin typeface="DM Sans"/>
                          <a:ea typeface="DM Sans"/>
                          <a:cs typeface="DM Sans"/>
                        </a:rPr>
                        <a:t>SEM INCIDÊNCIA DE FERRO — sem aço exposto ao licor · 0 de 8</a:t>
                      </a:r>
                    </a:p>
                  </a:txBody>
                  <a:tcPr marL="73152" marR="73152" marT="13716" marB="13716" anchor="ctr">
                    <a:solidFill>
                      <a:srgbClr val="EFF3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29/05/2011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Troca preventiva do eixo agitador por tempo de operação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18/07/2016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Parada programada para substituição do reator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22/02/2017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Vazamento pela vedação do bocal L/42" (domo); quebra foi consequência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C2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18/12/2017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Quebra dos parafusos da pá do Hidro nº 1; parafuso solto dentro do reator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22/03/2018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Vazamento pela junta de vedação da tampa do domo de 42"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17/06/2023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Furo no tampo superior (fase vapor); plug de 4" em parada de planta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14/07/2024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Troca do plug do tampo superior de 4" para 6", em parada de planta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C3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18/10/2024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Vazamento no plug de reparo; reinstalação do plug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—</a:t>
                      </a:r>
                    </a:p>
                  </a:txBody>
                  <a:tcPr marL="73152" marR="73152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</a:tbl>
          </a:graphicData>
        </a:graphic>
      </p:graphicFrame>
      <p:sp>
        <p:nvSpPr>
          <p:cNvPr id="3" name="Google Shape;162;p4">
            <a:extLst>
              <a:ext uri="{FF2B5EF4-FFF2-40B4-BE49-F238E27FC236}">
                <a16:creationId xmlns:a16="http://schemas.microsoft.com/office/drawing/2014/main" id="{BBC8F114-4EFD-0A7A-3B5E-6F8A5B43FF6D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 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parada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: 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acerta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onde</a:t>
            </a:r>
            <a:r>
              <a:rPr sz="3200" b="1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 o ferro podia </a:t>
            </a:r>
            <a:r>
              <a:rPr sz="3200" b="1" dirty="0" err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aparecer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Cada reator responde de um jeito — e o escopo que o alarme cobre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pt-BR" sz="1800" b="1" i="0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RESULTADO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graphicFrame>
        <p:nvGraphicFramePr>
          <p:cNvPr id="164" name="Table 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30784"/>
              </p:ext>
            </p:extLst>
          </p:nvPr>
        </p:nvGraphicFramePr>
        <p:xfrm>
          <a:off x="640080" y="2560320"/>
          <a:ext cx="1060704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8016" marR="1280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i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Cristalizador 1</a:t>
                      </a:r>
                    </a:p>
                  </a:txBody>
                  <a:tcPr marL="128016" marR="1280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i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Cristalizador 2</a:t>
                      </a:r>
                    </a:p>
                  </a:txBody>
                  <a:tcPr marL="128016" marR="128016" anchor="ctr">
                    <a:solidFill>
                      <a:srgbClr val="091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i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Cristalizador 3</a:t>
                      </a:r>
                    </a:p>
                  </a:txBody>
                  <a:tcPr marL="128016" marR="128016" anchor="ctr">
                    <a:solidFill>
                      <a:srgbClr val="091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pt-BR" sz="1800" b="1" i="0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Paradas por falha (2011–2026)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11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16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9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pt-BR" sz="1800" b="1" i="0" dirty="0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Antecipadas pela regra proposta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4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pt-BR" sz="1800" b="1" i="0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Alarmes falsos em 15 anos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19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22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28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pt-BR" sz="1800" b="1" i="0" dirty="0">
                          <a:solidFill>
                            <a:srgbClr val="091E3E"/>
                          </a:solidFill>
                          <a:latin typeface="DM Sans"/>
                          <a:ea typeface="DM Sans"/>
                          <a:cs typeface="DM Sans"/>
                        </a:rPr>
                        <a:t>Antecedência mediana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15 dias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 dias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dirty="0">
                          <a:solidFill>
                            <a:srgbClr val="52514E"/>
                          </a:solidFill>
                          <a:latin typeface="DM Sans"/>
                          <a:ea typeface="DM Sans"/>
                          <a:cs typeface="DM Sans"/>
                        </a:rPr>
                        <a:t>2 dias</a:t>
                      </a:r>
                    </a:p>
                  </a:txBody>
                  <a:tcPr marL="128016" marR="128016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TextBox 164"/>
          <p:cNvSpPr txBox="1"/>
          <p:nvPr/>
        </p:nvSpPr>
        <p:spPr>
          <a:xfrm>
            <a:off x="11887200" y="2560320"/>
            <a:ext cx="768096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C3 é onde a regra funciona melhor: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5 de 9 — e as 5 são falhas de revestimento. Das 4 perdidas, 3 são vazamentos em plug de reparo, que não liberam ferro.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C2 é o mais difícil: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as paradas são dominadas por agitador, bocal e selo — modos que não expõem aço ao licor. Não é limitação do método: é física.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pt-BR" sz="1900" b="1" i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1900" b="1" i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A regra é única para os três. </a:t>
            </a:r>
            <a:r>
              <a:rPr lang="pt-BR" sz="1900" b="0" i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Calibrar limiares por reator pareceu melhor no papel, mas piorou no teste com dados futuros — poucos eventos por reator para sustentar ajuste fino.</a:t>
            </a:r>
          </a:p>
        </p:txBody>
      </p:sp>
      <p:sp>
        <p:nvSpPr>
          <p:cNvPr id="3" name="TextBox 165">
            <a:extLst>
              <a:ext uri="{FF2B5EF4-FFF2-40B4-BE49-F238E27FC236}">
                <a16:creationId xmlns:a16="http://schemas.microsoft.com/office/drawing/2014/main" id="{8D5428C2-BDFA-069E-D930-86A7CF89DD76}"/>
              </a:ext>
            </a:extLst>
          </p:cNvPr>
          <p:cNvSpPr txBox="1"/>
          <p:nvPr/>
        </p:nvSpPr>
        <p:spPr>
          <a:xfrm>
            <a:off x="548640" y="10149840"/>
            <a:ext cx="18928080" cy="8294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lang="pt-BR" sz="20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Consequência prática: 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 alarme deve ser tratado como proteção contra falha de revestimento — este é o escopo que ele cobre de verdade.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lang="pt-BR" sz="2000" b="1" i="0" dirty="0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•  </a:t>
            </a:r>
            <a:r>
              <a:rPr lang="pt-BR" sz="2000" b="1" i="0" dirty="0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Para os modos silenciosos, 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outra salvaguarda </a:t>
            </a:r>
            <a:r>
              <a:rPr lang="pt-BR" sz="200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deve ser</a:t>
            </a:r>
            <a:r>
              <a:rPr lang="pt-BR" sz="2000" b="0" i="0" dirty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 complementar, não concorrente.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48640" y="6903720"/>
            <a:ext cx="9235440" cy="306324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64592" rIns="292608" bIns="164592" rtlCol="0" anchor="t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6300"/>
                </a:solidFill>
                <a:latin typeface="DM Sans"/>
                <a:ea typeface="DM Sans"/>
                <a:cs typeface="DM Sans"/>
              </a:rPr>
              <a:t>O ferro enxerga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Falha do revestimento vitrificado com exposição do aço ao licor: furo no costado ou tampo, quebra do vidro.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12 de 18 antecipadas (67%)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nas falhas com ferro esperado — incluindo as duas paradas de emergência disparadas pela própria análise.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241280" y="6903720"/>
            <a:ext cx="9235440" cy="306324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64592" rIns="292608" bIns="164592" rtlCol="0" anchor="t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D03B3B"/>
                </a:solidFill>
                <a:latin typeface="DM Sans"/>
                <a:ea typeface="DM Sans"/>
                <a:cs typeface="DM Sans"/>
              </a:rPr>
              <a:t>O ferro não enxerga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Vazamento em plug de reparo (área mínima de aço), junta/selo/vazamento externo, agitador sem exposição de aço, danos achados em inspeção programada.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0 de 18 antecipadas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nos modos sem ferro esperado. As falhas recentes (pós-2019) são quase todas destes modos silenciosos.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420624" y="1371600"/>
            <a:ext cx="19110960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Próximos passos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sz="1800" b="1">
                <a:solidFill>
                  <a:srgbClr val="898781"/>
                </a:solidFill>
                <a:latin typeface="DM Sans"/>
                <a:ea typeface="DM Sans"/>
                <a:cs typeface="DM Sans"/>
              </a:rPr>
              <a:t>PRÓXIMOS PASSOS</a:t>
            </a:r>
          </a:p>
        </p:txBody>
      </p:sp>
      <p:pic>
        <p:nvPicPr>
          <p:cNvPr id="163" name="Picture 162" descr="Logo_Bayer_Co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640" y="447985"/>
            <a:ext cx="1352662" cy="457200"/>
          </a:xfrm>
          <a:prstGeom prst="rect">
            <a:avLst/>
          </a:prstGeom>
        </p:spPr>
      </p:pic>
      <p:sp>
        <p:nvSpPr>
          <p:cNvPr id="165" name="Rounded Rectangle 164"/>
          <p:cNvSpPr/>
          <p:nvPr/>
        </p:nvSpPr>
        <p:spPr>
          <a:xfrm>
            <a:off x="548640" y="2148840"/>
            <a:ext cx="9317736" cy="2743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1.  </a:t>
            </a:r>
            <a:r>
              <a:rPr sz="19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Custos de referência da planta</a:t>
            </a:r>
          </a:p>
          <a:p>
            <a:pPr algn="l">
              <a:lnSpc>
                <a:spcPct val="114000"/>
              </a:lnSpc>
            </a:pPr>
            <a:r>
              <a:rPr sz="150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Custo de um alarme falso (análises extras, parada para confirmar) e de uma falha não antecipada em Camaçari — com os dois, o ponto de operação da regra vira uma conta.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241280" y="2148840"/>
            <a:ext cx="9317736" cy="2743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2.  </a:t>
            </a:r>
            <a:r>
              <a:rPr sz="19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Piloto junto ao laboratório</a:t>
            </a:r>
          </a:p>
          <a:p>
            <a:pPr algn="l">
              <a:lnSpc>
                <a:spcPct val="114000"/>
              </a:lnSpc>
            </a:pPr>
            <a:r>
              <a:rPr sz="150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Rodar a regra em paralelo à salvaguarda atual, usando as análises que o laboratório já faz (≈6 por dia por reator) — sem mudar a rotina de amostragem.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48640" y="5074920"/>
            <a:ext cx="9317736" cy="2743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3.  </a:t>
            </a:r>
            <a:r>
              <a:rPr sz="19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Integrar dados de processo</a:t>
            </a:r>
          </a:p>
          <a:p>
            <a:pPr algn="l">
              <a:lnSpc>
                <a:spcPct val="114000"/>
              </a:lnSpc>
            </a:pPr>
            <a:r>
              <a:rPr sz="150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Temperatura, pressão, campanha e condenações do historiador da planta, além de mais sensores e medições — o caminho para os modos de falha que o ferro sozinho não vê.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241280" y="5074920"/>
            <a:ext cx="9317736" cy="2743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DM Sans"/>
                <a:ea typeface="DM Sans"/>
                <a:cs typeface="DM Sans"/>
              </a:rPr>
              <a:t>4.  </a:t>
            </a:r>
            <a:r>
              <a:rPr sz="1900" b="1">
                <a:solidFill>
                  <a:srgbClr val="091E3E"/>
                </a:solidFill>
                <a:latin typeface="DM Sans"/>
                <a:ea typeface="DM Sans"/>
                <a:cs typeface="DM Sans"/>
              </a:rPr>
              <a:t>Capacitar operação e turnos</a:t>
            </a:r>
          </a:p>
          <a:p>
            <a:pPr algn="l">
              <a:lnSpc>
                <a:spcPct val="114000"/>
              </a:lnSpc>
            </a:pPr>
            <a:r>
              <a:rPr sz="1500" b="0">
                <a:solidFill>
                  <a:srgbClr val="52514E"/>
                </a:solidFill>
                <a:latin typeface="DM Sans"/>
                <a:ea typeface="DM Sans"/>
                <a:cs typeface="DM Sans"/>
              </a:rPr>
              <a:t>A regra são três contas por dia, calculáveis em planilha: treinar operação e laboratório para usar e auditar o alarme localmente, sem dependência de modelo.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48640" y="8092440"/>
            <a:ext cx="19010376" cy="2560320"/>
          </a:xfrm>
          <a:prstGeom prst="roundRect">
            <a:avLst>
              <a:gd name="adj" fmla="val 6000"/>
            </a:avLst>
          </a:prstGeom>
          <a:solidFill>
            <a:srgbClr val="091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l">
              <a:spcAft>
                <a:spcPts val="700"/>
              </a:spcAft>
            </a:pPr>
            <a:r>
              <a:rPr sz="2200" b="1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5.  </a:t>
            </a:r>
            <a:r>
              <a:rPr sz="21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Monitoramento</a:t>
            </a:r>
            <a:r>
              <a:rPr sz="2100" b="1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contínuo</a:t>
            </a:r>
            <a:r>
              <a:rPr sz="2100" b="1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lang="pt-BR" sz="2100" b="1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dos dados de Ferro junto aos dados de processo</a:t>
            </a:r>
            <a:endParaRPr sz="2100" b="1" dirty="0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6000"/>
              </a:lnSpc>
            </a:pP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As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três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estatísticas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da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(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máximo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mediana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e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margem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entre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reatores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)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acompanhadas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, com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alarmes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revisados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junto à equipe de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Camaçari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— e a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regra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reavaliada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à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medida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que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novos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eventos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,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sensores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e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medições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forem</a:t>
            </a:r>
            <a:r>
              <a:rPr sz="1750" b="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</a:t>
            </a:r>
            <a:r>
              <a:rPr sz="1750" b="0" dirty="0" err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chegando</a:t>
            </a:r>
            <a:r>
              <a:rPr lang="pt-BR" sz="1750" dirty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aliado ao monitoramento dos sensores de processo.</a:t>
            </a:r>
            <a:endParaRPr sz="1750" b="0" dirty="0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BD84AB-09DD-4216-8B27-1C044321445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0100f0e-7f73-4f5b-a0cc-cb93cd22503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2626</Words>
  <Application>Microsoft Office PowerPoint</Application>
  <PresentationFormat>Personalizar</PresentationFormat>
  <Paragraphs>279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DM Sans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Falcone</cp:lastModifiedBy>
  <cp:revision>27</cp:revision>
  <dcterms:created xsi:type="dcterms:W3CDTF">2026-05-07T20:35:17Z</dcterms:created>
  <dcterms:modified xsi:type="dcterms:W3CDTF">2026-08-13T16:18:31Z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Adobe Illustrator 30.3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2026-05-07T00:00:00Z</vt:filetime>
  </property>
  <property fmtid="{D5CDD505-2E9C-101B-9397-08002B2CF9AE}" pid="6" name="Producer">
    <vt:lpwstr>Adobe PDF library 18.00</vt:lpwstr>
  </property>
</Properties>
</file>